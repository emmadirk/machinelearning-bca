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F12C-C85C-55FA-DEC5-957116C96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BCF38-F233-DB31-8ACE-1B9935354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5B40D-09C2-85A6-16BF-91B9203F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54942-747D-5DF3-8AFB-AF82950F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85A1D-2B36-1F18-8E53-48AC367C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8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F02B-2A7C-FE23-EDE6-E9BAE71D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5E3E0-6CB9-AD9F-F4D1-94BB2FFA4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23BD8-FB9A-99F7-D4EB-64A2DB64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CE18-AEBA-C5D6-4C4A-05A61C032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15494-B561-31FA-7A7E-C6DDE487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6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1600-2634-5834-01DE-E75E678A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AEE85-C569-E722-7DB4-3594D39D0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C09AA-F5A9-D31D-01F8-D0A3D0E4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6FE7-CDFB-A705-AE95-414CB0D2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75831-4F63-44AD-B501-238A6B82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0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58B1-F941-5BEC-8180-1A7E011F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C479E-A8DF-2C02-6232-366930334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27255-226E-5114-C6F9-FE65F582C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2E7BB-9F76-EB60-F9B8-10C74153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39607-39CD-CD81-D172-D2337CAF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4732A-6FC8-F60B-39F3-36F2B9BC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6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2914-F5E8-B6B4-28B8-C7719E33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232D1-8425-A016-328C-08073ECB1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0EDDF-2FCE-4791-A235-A1A2D0F70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C43D3-492E-ED26-15B6-1E41D6F59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61947-013B-85D2-563A-42B878AAC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31D79-CE9B-42FA-1739-1214161F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70A57-AECB-0EBE-2C89-AF98DA48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97EA9-D47D-28E5-E33E-ECA11B9D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0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A5D6-56CA-8DAC-B859-FC40C621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7A2A4-4542-26A7-F157-B5AF9285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D7A06-7E0D-FC52-11F5-A7AA84F2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26B86-C7B3-F335-D0BB-0595ED1B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2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F27F3-45CD-2AA1-AE63-F7BE437AF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4FBAA-0D68-0E8E-FDFC-0440B8C6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E18A9-9F70-FFB6-8167-69994703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F5A9-854A-5AF7-498F-194BA673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8811-4AF5-6A85-30BC-C05A5B04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DB889-EFC7-B23F-0D12-636E05FB1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B5063-2E1B-64A4-FD77-B599A33D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99EB1-1AC3-2A16-C059-B0063E1B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22F61-F54C-EBB9-487D-38987C75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7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3908-1AC5-A660-75A1-7F6A9A71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6134FD-A0C0-43F4-D353-8078287C2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40B76-1307-49F3-5561-F72380E1C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9FD8C-4E97-C4F3-B29D-4D838081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D885-0438-FFFE-2883-055261F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A0D9A-C21B-02D5-4613-DFDDCCB5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43C8-85CE-ED10-8D9B-46E6E763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F07E5-7C1B-220D-98B6-5D82AC1C7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D3543-372B-6F3F-FC92-D8A45A3A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40268-7F9E-8DDE-B437-33ACD713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30FFA-5D1B-72C7-408D-234B2A83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8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7A0F6A-4DFA-3A25-9CD4-9750774D3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5F73F-45EE-BE97-03BF-A1F3D06C9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D4BBD-D6E0-72C9-1B42-9CE582DA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D562F-7CFE-25D4-AA54-E09BFD23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5A847-D0A3-F650-9B48-B1F27D20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0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5C669-44C0-26CE-2C06-F6872BE4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397E5-683C-9043-69C8-123724891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66DD-D108-09A1-9EA9-1DA8E1317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A6F6C-725F-4F8B-8579-6B12692F53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60F5-E4E6-5711-EFF7-873D47DF5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D7DC5-4E2C-4BA1-6122-F08683513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DE3D1-B4EF-43A0-AB62-5AE37410F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1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F77E-47E4-EB46-CE9B-E50BE90308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Findings Research Rapport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7B9F9-27ED-BF04-7940-5904C67BF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14/12/25</a:t>
            </a:r>
          </a:p>
        </p:txBody>
      </p:sp>
    </p:spTree>
    <p:extLst>
      <p:ext uri="{BB962C8B-B14F-4D97-AF65-F5344CB8AC3E}">
        <p14:creationId xmlns:p14="http://schemas.microsoft.com/office/powerpoint/2010/main" val="216855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D37ED-E61E-3F08-4361-4A3E3B0F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dirty="0"/>
              <a:t>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tudy 1: effect of C on X (left) and Y (right)  </a:t>
            </a:r>
          </a:p>
        </p:txBody>
      </p:sp>
      <p:pic>
        <p:nvPicPr>
          <p:cNvPr id="11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85498454-8F7B-19FF-76CC-E7EEF576D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43" r="140" b="-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DC85157F-394A-FC2D-6C50-A99F9F5B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3" r="140" b="-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A45E6-F08C-EA3D-4A9C-7A22E57E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47094-8C4D-7CFA-45AE-B8644675A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94927"/>
            <a:ext cx="10904623" cy="16805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dirty="0"/>
              <a:t>S</a:t>
            </a:r>
            <a:r>
              <a:rPr lang="en-US" sz="3700" kern="1200" dirty="0">
                <a:latin typeface="+mj-lt"/>
                <a:ea typeface="+mj-ea"/>
                <a:cs typeface="+mj-cs"/>
              </a:rPr>
              <a:t>tudy 1: variance explained of C on X (left) and Y (right)  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EC68B20-F439-50B4-101C-8094912D3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17" y="2020101"/>
            <a:ext cx="6315282" cy="3899686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BA6B7E78-1B9D-42FD-5A14-99B14266E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899" y="1943885"/>
            <a:ext cx="5207321" cy="372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6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B9E5-33EA-A36D-DD47-DE61FEF9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1: Bias of XY (</a:t>
            </a:r>
            <a:r>
              <a:rPr lang="en-US" sz="5200" dirty="0"/>
              <a:t>left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 and YX (right)</a:t>
            </a:r>
          </a:p>
        </p:txBody>
      </p:sp>
      <p:pic>
        <p:nvPicPr>
          <p:cNvPr id="7" name="Picture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BA681C6E-41A2-B861-CFA3-FCD481E47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5" name="Content Placeholder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62F43B8E-FD6B-7216-0AF4-3AAAAE6B8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9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BE9A4-76E1-186E-56FA-EA3312E7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10086476" cy="1680519"/>
          </a:xfrm>
        </p:spPr>
        <p:txBody>
          <a:bodyPr>
            <a:normAutofit/>
          </a:bodyPr>
          <a:lstStyle/>
          <a:p>
            <a:r>
              <a:rPr lang="en-US" sz="4000" dirty="0"/>
              <a:t>Study 1: Bias of AX (right) and AY (left)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6868F91-B2C9-2068-7B3D-D482F8A6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682129"/>
            <a:ext cx="5167185" cy="3190736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2C3A455-6688-4BE5-7E41-FC575E1AA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682129"/>
            <a:ext cx="5167185" cy="31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8ADC8-B6AC-3603-7709-26EF8DB5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10269356" cy="1680519"/>
          </a:xfrm>
        </p:spPr>
        <p:txBody>
          <a:bodyPr>
            <a:normAutofit/>
          </a:bodyPr>
          <a:lstStyle/>
          <a:p>
            <a:r>
              <a:rPr lang="en-US" sz="4000" dirty="0"/>
              <a:t>Study 1: Empirical Sd for XY (right) and YX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D4579F-69BD-8A58-F33E-8B4B37611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7" name="Picture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B457939D-E4EC-1822-4AAC-C1FE9EC6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682129"/>
            <a:ext cx="5167185" cy="3190736"/>
          </a:xfrm>
          <a:prstGeom prst="rect">
            <a:avLst/>
          </a:prstGeom>
        </p:spPr>
      </p:pic>
      <p:pic>
        <p:nvPicPr>
          <p:cNvPr id="5" name="Content Placeholder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39550DA7-46C1-8D87-22D1-0D1E25BA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682129"/>
            <a:ext cx="5167185" cy="31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2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E8F59-31C3-4826-E245-F3B04CF9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10192354" cy="1680519"/>
          </a:xfrm>
        </p:spPr>
        <p:txBody>
          <a:bodyPr>
            <a:normAutofit/>
          </a:bodyPr>
          <a:lstStyle/>
          <a:p>
            <a:r>
              <a:rPr lang="en-US" sz="4000" dirty="0"/>
              <a:t>Study 1: Empirical Sd for AX (left) and AY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52BF33C-6CAC-CD39-3370-A7B3246C6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682129"/>
            <a:ext cx="5167185" cy="3190736"/>
          </a:xfrm>
          <a:prstGeom prst="rect">
            <a:avLst/>
          </a:prstGeom>
        </p:spPr>
      </p:pic>
      <p:pic>
        <p:nvPicPr>
          <p:cNvPr id="7" name="Picture 6" descr="A graph of lines with different colored lines&#10;&#10;AI-generated content may be incorrect.">
            <a:extLst>
              <a:ext uri="{FF2B5EF4-FFF2-40B4-BE49-F238E27FC236}">
                <a16:creationId xmlns:a16="http://schemas.microsoft.com/office/drawing/2014/main" id="{E6C0E090-E23E-F2A2-04D5-D6B40005B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682129"/>
            <a:ext cx="5167185" cy="31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6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6F169-7E00-CE8F-4198-48F5CBF5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1: Bias of XY (left) and YX (right)</a:t>
            </a:r>
          </a:p>
        </p:txBody>
      </p:sp>
      <p:pic>
        <p:nvPicPr>
          <p:cNvPr id="5" name="Picture 4" descr="A grid with different colored squares&#10;&#10;AI-generated content may be incorrect.">
            <a:extLst>
              <a:ext uri="{FF2B5EF4-FFF2-40B4-BE49-F238E27FC236}">
                <a16:creationId xmlns:a16="http://schemas.microsoft.com/office/drawing/2014/main" id="{F524EA75-2536-7A8E-FE73-460D1EE0F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7" name="Picture 6" descr="A grid with different colored squares&#10;&#10;AI-generated content may be incorrect.">
            <a:extLst>
              <a:ext uri="{FF2B5EF4-FFF2-40B4-BE49-F238E27FC236}">
                <a16:creationId xmlns:a16="http://schemas.microsoft.com/office/drawing/2014/main" id="{BB2CB5C1-A76A-14BE-89AF-FB6CAD9F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0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6E145-5A75-7506-E343-602A43BE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Study 1: Bias of AX (right) and AY (left)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grid with blue and green squares&#10;&#10;AI-generated content may be incorrect.">
            <a:extLst>
              <a:ext uri="{FF2B5EF4-FFF2-40B4-BE49-F238E27FC236}">
                <a16:creationId xmlns:a16="http://schemas.microsoft.com/office/drawing/2014/main" id="{35B5F112-3090-E0FE-FB70-4CD7B2005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7" name="Picture 6" descr="A grid with different colored squares&#10;&#10;AI-generated content may be incorrect.">
            <a:extLst>
              <a:ext uri="{FF2B5EF4-FFF2-40B4-BE49-F238E27FC236}">
                <a16:creationId xmlns:a16="http://schemas.microsoft.com/office/drawing/2014/main" id="{316690CC-5EF0-988C-D33A-93063FAB4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5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60BF3-2CF2-9BAC-AE2D-D1D8D91F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77ACA-D23D-BD84-D7FF-7E9B7CDA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effect of C on X (left) and Y (right)  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EB58F03E-657B-B0ED-9FA4-49A1D4E76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AB379C55-2ABF-0E3D-AF6C-239C3869E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80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DC949-8D5E-9E66-4129-09EFBFE1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5BC3F-6AEF-C0E0-32D9-568A31DD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variance explained of C on X (left) and Y (right)  </a:t>
            </a: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92629F29-BD4F-A070-3DCE-48645C0A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FB5BFA43-3DBA-50D2-C6A1-127EE70A7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8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1B832-2B89-A03D-A712-B3F25991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4D3CB-466A-B0EE-0665-3E1E078C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10683242" cy="16805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Study 2: Bias of XY (</a:t>
            </a:r>
            <a:r>
              <a:rPr lang="en-US" sz="4000" dirty="0"/>
              <a:t>left</a:t>
            </a:r>
            <a:r>
              <a:rPr lang="en-US" sz="4000" kern="1200" dirty="0">
                <a:latin typeface="+mj-lt"/>
                <a:ea typeface="+mj-ea"/>
                <a:cs typeface="+mj-cs"/>
              </a:rPr>
              <a:t>) and YX (right)</a:t>
            </a:r>
          </a:p>
        </p:txBody>
      </p:sp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5492AF6-5367-8E3A-3415-556DE4A0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682129"/>
            <a:ext cx="5167185" cy="3190736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DA7CFB7-D4A0-DB9E-2674-27111685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2682129"/>
            <a:ext cx="5167185" cy="31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6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DC6B3-6CD6-5E6D-22CF-BA693BCF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51C78-ACF1-2A22-20B1-5D21D933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Bias of AX (right) and AY (left)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85E0A5F-2503-0186-C4C8-751E6E12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9A76A6E-4B59-A16A-2653-87AF36A40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58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AC7EA-E246-964C-A8CD-E9359592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D854-5793-6919-7CB9-D234347D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Empirical Sd for XY (right) and YX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9CE57A2-6B85-9D8F-53CF-0B02C84C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E8473A4-608E-9DE2-0E8C-49A72CE6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6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F57C0-5105-A309-74F5-A38830A1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520D12-A910-C749-4329-7204F58C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Empirical Sd for AX (left) and AY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CD3D91D-859C-998E-CD1F-D23AE1A54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8" name="Picture 7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85A525CA-D2A7-F6D5-700A-EAB57D185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79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14D48-05C1-C8EA-F57A-415BFE69E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3ECDA-9AA8-5579-91CF-4DB16D98A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Bias of XY (left) and YX (right)</a:t>
            </a:r>
          </a:p>
        </p:txBody>
      </p:sp>
      <p:pic>
        <p:nvPicPr>
          <p:cNvPr id="8" name="Picture 7" descr="A graph of different colored candlesticks&#10;&#10;AI-generated content may be incorrect.">
            <a:extLst>
              <a:ext uri="{FF2B5EF4-FFF2-40B4-BE49-F238E27FC236}">
                <a16:creationId xmlns:a16="http://schemas.microsoft.com/office/drawing/2014/main" id="{CD380921-F6BE-F129-D678-FCD1C1EA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4" name="Picture 3" descr="A graph of different colored candlesticks&#10;&#10;AI-generated content may be incorrect.">
            <a:extLst>
              <a:ext uri="{FF2B5EF4-FFF2-40B4-BE49-F238E27FC236}">
                <a16:creationId xmlns:a16="http://schemas.microsoft.com/office/drawing/2014/main" id="{34E69F79-9DC0-56DA-FAEA-7A3770415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213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78CDB-9E27-B2B2-53E2-13A89336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F2A40-D25E-EDD6-65D6-5B27FB261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Study 2: Bias of AX (right) and AY (left)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608F1501-B4A8-0A16-7153-B03F0F38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35188"/>
            <a:ext cx="5828261" cy="3598950"/>
          </a:xfrm>
          <a:prstGeom prst="rect">
            <a:avLst/>
          </a:prstGeom>
        </p:spPr>
      </p:pic>
      <p:pic>
        <p:nvPicPr>
          <p:cNvPr id="8" name="Content Placeholder 7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56D5AA44-FFA6-B2ED-711D-000AF5925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2535188"/>
            <a:ext cx="5828261" cy="35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10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230</Words>
  <Application>Microsoft Office PowerPoint</Application>
  <PresentationFormat>Widescreen</PresentationFormat>
  <Paragraphs>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Findings Research Rapport</vt:lpstr>
      <vt:lpstr>Study 1: effect of C on X (left) and Y (right)  </vt:lpstr>
      <vt:lpstr>Study 1: variance explained of C on X (left) and Y (right)  </vt:lpstr>
      <vt:lpstr>Study 1: Bias of XY (left) and YX (right)</vt:lpstr>
      <vt:lpstr>Study 1: Bias of AX (right) and AY (left)</vt:lpstr>
      <vt:lpstr>Study 1: Empirical Sd for XY (right) and YX</vt:lpstr>
      <vt:lpstr>Study 1: Empirical Sd for AX (left) and AY</vt:lpstr>
      <vt:lpstr>Study 1: Bias of XY (left) and YX (right)</vt:lpstr>
      <vt:lpstr>Study 1: Bias of AX (right) and AY (left)</vt:lpstr>
      <vt:lpstr>Study 2: effect of C on X (left) and Y (right)  </vt:lpstr>
      <vt:lpstr>Study 2: variance explained of C on X (left) and Y (right)  </vt:lpstr>
      <vt:lpstr>Study 2: Bias of XY (left) and YX (right)</vt:lpstr>
      <vt:lpstr>Study 2: Bias of AX (right) and AY (left)</vt:lpstr>
      <vt:lpstr>Study 2: Empirical Sd for XY (right) and YX</vt:lpstr>
      <vt:lpstr>Study 2: Empirical Sd for AX (left) and AY</vt:lpstr>
      <vt:lpstr>Study 2: Bias of XY (left) and YX (right)</vt:lpstr>
      <vt:lpstr>Study 2: Bias of AX (right) and AY (left)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2</cp:revision>
  <dcterms:created xsi:type="dcterms:W3CDTF">2025-12-14T16:10:17Z</dcterms:created>
  <dcterms:modified xsi:type="dcterms:W3CDTF">2025-12-14T16:26:01Z</dcterms:modified>
</cp:coreProperties>
</file>