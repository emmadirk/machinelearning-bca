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9482-41CB-B535-C021-9277A8D78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932A-E1F1-326A-4B88-5645F4A6C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04CBB-B17D-09B1-C408-8019F3A4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430DE-98B0-4816-20C6-D6163633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2663E-2F87-D93D-EFFC-65CF149E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0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13DF-2CF4-5C63-1752-8C003CE9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1F3F-6491-DF13-1E2F-BFD60B852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ACB7-E740-A9F8-497D-BDF4BF44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B07BF-C01C-30F7-5A29-484605AC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98E8E-DAC8-C449-928A-2D08764E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7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79C0-9AE5-5D1E-C4CB-800EFF49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73917-5541-513B-F369-707976549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F8CF2-C969-9C2F-EE2C-77F8B438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1DE64-1440-D742-FED0-73B80E86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4ECC1-B265-2AA9-DB0A-52F6D98B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6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3F20-D3F0-C68C-82F1-B3CC135B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E2A5-0FFA-6A71-4F62-AD9F3030C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197EB-D7ED-0594-1F47-677C182BE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4D3A0-6997-6EBC-3729-D668C11C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53B80-F248-2A46-5768-1A70F42B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2A7B3-9696-EE0C-C0BA-82153196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82D1-96AB-691D-1896-30D042C0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F957E-6CBC-F6AF-6AC1-B052DEB02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D53CD-EF8E-2452-DD30-BAD8FE9DF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52734-5459-33AE-26CC-7296FBAA9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B3EF2-B398-E072-CB95-894E76B56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13EA2-122B-5F38-20A3-E65D22AA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6E3B3-CFD3-24E1-9FC8-05E1F8BD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78A7A-B22A-0386-17EC-885FC791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4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EC37-BBC4-43D5-3779-434C4BFD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CB630-00F5-5CC5-694B-E25F18AF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3BE86-6184-7A99-1F09-43242411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9673-8E88-BC0F-6E67-13249F7B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2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EEDE8-552E-A59A-BE08-8EC28C05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4D591-39A2-ED35-3F7B-BCAF4BAD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A36A9-0B59-5FC4-53BF-21259DA8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40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8A10-A4D1-D2EB-D447-8C279405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7D28B-D8B6-D972-F67E-024811A76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F9920-662B-C1A6-6408-B57B1ABE7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04142-08F3-B58F-375A-5728A415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38D5B-9216-FB33-2D8B-61B69E8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4682B-46CB-490E-EECD-B0B906F6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5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FA9C-B726-7600-90B1-7CAE064B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8712F-186C-F412-C3C1-55CDEC8E0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00A30-6FD1-12EE-23D7-4EA0C71EB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1941B-6028-750E-B9C6-0BCBC119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61CC3-FCDF-4FBF-1A58-AF84692F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BA3B2-1122-27C4-2198-F14FB845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5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91A6-75D1-8F1B-7E8E-526CAD31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292AE-7972-EA8A-EF3C-CEDADE15C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7ADD-651B-C017-E280-1F73C8A91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57471-02C4-9A27-0A2E-55583FAF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3A5C-FF30-5EAA-986A-7C51D018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0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0A882-A35E-EC2B-E3EC-570FA0BBC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C0D8D-4AA0-4C5E-AB6F-224DFE013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A14F9-3661-D92D-1DC9-DD52103E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01CE-427B-D692-A68E-61FF7F28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B9478-40E9-7A05-772C-F11EAE75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7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30A82-CCE3-6DFD-65A8-B702B684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CEFC2-3907-C751-BD9F-A6DD8F80D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2820D-D9F1-976A-70FB-612B14073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444C8-CE4E-4D65-BBAE-A193457F704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B81AD-678A-2FF1-124E-60D868222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E169A-506C-2FD2-E636-FB73917E0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6430D-1784-4526-9981-A34ED7289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8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CF0F-5E4C-8CEF-2ED4-115A4A7978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12/4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0D36F-982D-1017-6ACC-1010D94C7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0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7F40-C8D4-D9A7-4FEB-A525D756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Walk of Time-Varying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1741D-C4CE-51D2-12E2-81276FA4B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9214"/>
            <a:ext cx="7830643" cy="3609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A92D4-08D4-D218-E173-AF767C7DF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3792"/>
            <a:ext cx="7830643" cy="352474"/>
          </a:xfrm>
          <a:prstGeom prst="rect">
            <a:avLst/>
          </a:prstGeom>
        </p:spPr>
      </p:pic>
      <p:pic>
        <p:nvPicPr>
          <p:cNvPr id="9" name="Picture 8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7039FDE8-AB6B-4270-DDBA-511A49E7C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44760"/>
            <a:ext cx="7830642" cy="26579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E9FA3F-01DA-4067-984E-07AA34B6731D}"/>
              </a:ext>
            </a:extLst>
          </p:cNvPr>
          <p:cNvSpPr txBox="1"/>
          <p:nvPr/>
        </p:nvSpPr>
        <p:spPr>
          <a:xfrm>
            <a:off x="8768614" y="1531374"/>
            <a:ext cx="2791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Set the RW SD and shrinkage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F3A5A-ADE9-F36F-AD9F-FDF5DDB2DD88}"/>
              </a:ext>
            </a:extLst>
          </p:cNvPr>
          <p:cNvSpPr txBox="1"/>
          <p:nvPr/>
        </p:nvSpPr>
        <p:spPr>
          <a:xfrm>
            <a:off x="8768614" y="2048527"/>
            <a:ext cx="2791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Initialize a list of length T</a:t>
            </a:r>
          </a:p>
          <a:p>
            <a:r>
              <a:rPr lang="en-US" sz="1200" dirty="0"/>
              <a:t>The first element is specified B0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87999-4FA9-1D32-821E-CAA569924A0D}"/>
              </a:ext>
            </a:extLst>
          </p:cNvPr>
          <p:cNvSpPr txBox="1"/>
          <p:nvPr/>
        </p:nvSpPr>
        <p:spPr>
          <a:xfrm>
            <a:off x="8768614" y="2649462"/>
            <a:ext cx="279132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every occasion where T&gt;1</a:t>
            </a:r>
          </a:p>
          <a:p>
            <a:endParaRPr lang="en-US" sz="1200" dirty="0"/>
          </a:p>
          <a:p>
            <a:r>
              <a:rPr lang="en-US" sz="1200" dirty="0"/>
              <a:t>We create a random walk step, which is just a deviation from the previous B. </a:t>
            </a:r>
          </a:p>
          <a:p>
            <a:endParaRPr lang="en-US" sz="1200" dirty="0"/>
          </a:p>
          <a:p>
            <a:r>
              <a:rPr lang="en-US" sz="1200" dirty="0"/>
              <a:t>We draw it with mean 0 and </a:t>
            </a:r>
            <a:r>
              <a:rPr lang="en-US" sz="1200" dirty="0" err="1"/>
              <a:t>sd</a:t>
            </a:r>
            <a:r>
              <a:rPr lang="en-US" sz="1200" dirty="0"/>
              <a:t> </a:t>
            </a:r>
            <a:r>
              <a:rPr lang="en-US" sz="1200" dirty="0" err="1"/>
              <a:t>rw_sd</a:t>
            </a:r>
            <a:r>
              <a:rPr lang="en-US" sz="1200" dirty="0"/>
              <a:t> from a normal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Then create the new Beta as the old + step size but shrink the deviation of the previous step back to the mean by x%. </a:t>
            </a:r>
          </a:p>
        </p:txBody>
      </p:sp>
    </p:spTree>
    <p:extLst>
      <p:ext uri="{BB962C8B-B14F-4D97-AF65-F5344CB8AC3E}">
        <p14:creationId xmlns:p14="http://schemas.microsoft.com/office/powerpoint/2010/main" val="338674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3729-6D64-CCDB-463A-09DA9553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of the RI-CLPM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59E0A6-FFE1-5313-DF55-0D8C160E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35F828-80CA-62DB-9011-CACA4018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4" y="1356050"/>
            <a:ext cx="8069981" cy="49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7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86EA-33DD-FAB6-1267-AB6D0897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 of 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98F59B-E6F2-D852-A9E4-5C4DBB035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255" y="1848026"/>
            <a:ext cx="7508111" cy="464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9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EA04-E546-8FAB-8B1D-E79A4EA7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variance = no stationarity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EC84B5-40C9-915B-E0C4-29A658754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5999"/>
            <a:ext cx="7033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0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C22A-79C7-E0D3-A1F7-CBED57D3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Stationarity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DF5D4-3557-76D9-768B-1E9F6BF33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287" y="1690688"/>
            <a:ext cx="7033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1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C714-A483-D2B1-9CD5-F6185F10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varying confounders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8C926-5282-5EE4-BB99-889D308E2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413" y="1807337"/>
            <a:ext cx="7033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5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5D90-6420-BBF4-C97D-B41AB30F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varying confounders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A4EFC9-7979-1954-CEC6-7263BBAE4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79116"/>
            <a:ext cx="7033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3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109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Meeting 12/4</vt:lpstr>
      <vt:lpstr>Random Walk of Time-Varying Parameters</vt:lpstr>
      <vt:lpstr>Bias of the RI-CLPM</vt:lpstr>
      <vt:lpstr>Standard deviation of B</vt:lpstr>
      <vt:lpstr>Higher variance = no stationarity</vt:lpstr>
      <vt:lpstr>Stationarity </vt:lpstr>
      <vt:lpstr>Non-linear varying confounders</vt:lpstr>
      <vt:lpstr>Non-linear varying confounders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2</cp:revision>
  <dcterms:created xsi:type="dcterms:W3CDTF">2025-12-04T08:54:29Z</dcterms:created>
  <dcterms:modified xsi:type="dcterms:W3CDTF">2025-12-04T11:29:05Z</dcterms:modified>
</cp:coreProperties>
</file>