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3" r:id="rId8"/>
    <p:sldId id="260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7716A-BF1F-909F-B5D0-BD5954299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A3FDD-BBA1-2A59-63D0-0522A02B13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F6DB9C-6BDF-0DDB-22AD-B474E3B05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36324-1E5E-8639-8072-F7C59BB34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B3704-1847-5CA0-F165-49AB4B06D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92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6D3D-01B8-89C0-47FC-C5DBA270E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115132-1512-F377-3E95-A6C8ADA35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F6FC-C9A6-E12D-1FDA-A8AE74A70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EB2C4-5205-E581-1980-868A52801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2F439-3C1C-7C54-FA48-C09E72EE1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3E833-7692-3648-1744-EF0F46682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D6EE92-3357-608D-7D76-71AA21AA7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3349A1-7072-6F3D-F029-4174FAE41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9FD33-5BE3-9BC6-522D-CB4E9A38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03B2CF-4052-4C41-43D4-0E1D7FA8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902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0A2E-53F3-82C6-ADF7-A2895A16D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3C67-7FAA-E8BD-17D6-E420FE1D19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788091-CB00-683B-CB78-B554D42C4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9003EC-F905-0FC3-62E4-C327255F3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0DA71-1DB4-04AA-A9FC-9EF43868C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58068C-19DB-1528-80E7-A42DDB54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3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B445-1907-AF66-44BA-955280ACD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3F0CB-0F2F-14B0-0E25-DCF12D730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BFFC5-B8FF-6D3D-F7ED-ED6E5BE9C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E8076-4328-92B2-14C5-89591AB342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B84470-3457-E4A4-F55B-441D7EE35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C5FFBA-9908-CECC-A44D-D53A3DB67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8B2CC6-7CA4-C666-0655-B14804E4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1F3CA9-AE85-B6CF-D717-FF62FA666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31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6DAF6-D794-D168-1641-474C8C4D7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FE9B03-49A7-DF8A-9CE8-F050C3AEB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12C531-AC4D-A577-862F-613EEFBB8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178D93-193F-009C-5371-20C1172E3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06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8E4081-FDD0-0FFF-D274-4AA1CDE21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70BEB0-A7F8-8308-4A0C-8F2E3DDC8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C4D11-AB3D-9316-62FA-E12762567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207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8A9D-65AC-EA33-FEC9-C231B315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E21FB-E516-F186-169C-B22E20A48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559AB-F192-2DFD-E67B-C626D40CD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6F22F9-7FC5-8A61-D054-7CB19AFC6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64EAA-85D4-C09F-5A0C-138DF731D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96136-24DB-21A8-B480-E80333D0F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56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6A74C-2A73-479A-FD25-EC24BC6E5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764E7-F0EC-6171-8320-A8FEAD3EE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741F89-F96D-93BD-14AF-6F37A1953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D3FA2-893A-98A2-3DC2-164AB69C3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B053B-D7F8-E958-E6BF-4AF1D706B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DBAD4-F692-B6C3-7476-F3458A1C6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439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ABFE2-B8A4-F4E4-E9E2-0A767B7A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EC751-A87E-6FD5-EDD1-5F1195D329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91450-1DE1-D678-94AF-A48ED83D3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7BD58-B5CF-273D-7ABC-291E2D850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A1125-364A-A3D5-CE29-757CB280E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438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B51D71-4D8D-0F67-535A-0F5A278A20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C9DB6-EE7D-742A-66C8-63FDBE7E78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CB181-B6A2-3DB7-3CAB-6A9B5FA17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F88F9-D15E-DBA9-40D3-1EA1F5473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9FBF7-5B9D-B735-4CB4-FCEBB0A3D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66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52819F-AB42-A585-2D31-7099F123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94E0A-E97D-78D6-3F63-3FC228FA2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D0B31-5B69-5C3C-988F-55E73A05D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C2447-2EA4-4E44-AB8D-C4FC61A7E73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80D29-7D90-613D-CB6C-D151EFC99B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F4DC6-00D1-1E67-4F1F-F358A73C6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E204C-6A42-4F02-8097-A3C4D79592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1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03B58-8DAC-76BA-E20A-04A52F48C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00981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/>
              <a:t>B</a:t>
            </a:r>
            <a:r>
              <a:rPr lang="en-US" dirty="0"/>
              <a:t>aseline</a:t>
            </a:r>
            <a:br>
              <a:rPr lang="en-US" dirty="0"/>
            </a:br>
            <a:r>
              <a:rPr lang="en-US" b="1" dirty="0"/>
              <a:t>C</a:t>
            </a:r>
            <a:r>
              <a:rPr lang="en-US" dirty="0"/>
              <a:t>ovariate</a:t>
            </a:r>
            <a:br>
              <a:rPr lang="en-US" dirty="0"/>
            </a:br>
            <a:r>
              <a:rPr lang="en-US" b="1" dirty="0"/>
              <a:t>A</a:t>
            </a:r>
            <a:r>
              <a:rPr lang="en-US" dirty="0"/>
              <a:t>djustment</a:t>
            </a:r>
            <a:br>
              <a:rPr lang="en-US" dirty="0"/>
            </a:br>
            <a:r>
              <a:rPr lang="en-US" sz="2800" dirty="0"/>
              <a:t>For longitudinal research in the social sciences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34284-67D4-C83C-03EC-EAF69F5C43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34657"/>
            <a:ext cx="9144000" cy="1655762"/>
          </a:xfrm>
        </p:spPr>
        <p:txBody>
          <a:bodyPr/>
          <a:lstStyle/>
          <a:p>
            <a:pPr algn="l"/>
            <a:r>
              <a:rPr lang="en-US" dirty="0"/>
              <a:t>Mano van Holten</a:t>
            </a:r>
          </a:p>
        </p:txBody>
      </p:sp>
    </p:spTree>
    <p:extLst>
      <p:ext uri="{BB962C8B-B14F-4D97-AF65-F5344CB8AC3E}">
        <p14:creationId xmlns:p14="http://schemas.microsoft.com/office/powerpoint/2010/main" val="3018449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B7E1FCCC-814E-E14F-2BAF-C13462C4F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75470"/>
            <a:ext cx="10905066" cy="550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692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diagram of a person's mind&#10;&#10;AI-generated content may be incorrect.">
            <a:extLst>
              <a:ext uri="{FF2B5EF4-FFF2-40B4-BE49-F238E27FC236}">
                <a16:creationId xmlns:a16="http://schemas.microsoft.com/office/drawing/2014/main" id="{613F911C-1B92-556D-9464-91D1943974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099" y="643466"/>
            <a:ext cx="977380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99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4" descr="A comparison of angles and angles&#10;&#10;AI-generated content may be incorrect.">
            <a:extLst>
              <a:ext uri="{FF2B5EF4-FFF2-40B4-BE49-F238E27FC236}">
                <a16:creationId xmlns:a16="http://schemas.microsoft.com/office/drawing/2014/main" id="{526232BA-97ED-2F2D-8F35-72B944587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325" b="22126"/>
          <a:stretch>
            <a:fillRect/>
          </a:stretch>
        </p:blipFill>
        <p:spPr>
          <a:xfrm>
            <a:off x="2979329" y="643466"/>
            <a:ext cx="6233341" cy="5571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2B501B-D41A-037E-1F22-3D3D1DC87C73}"/>
              </a:ext>
            </a:extLst>
          </p:cNvPr>
          <p:cNvSpPr txBox="1"/>
          <p:nvPr/>
        </p:nvSpPr>
        <p:spPr>
          <a:xfrm>
            <a:off x="8062451" y="538876"/>
            <a:ext cx="39525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b="1" dirty="0"/>
              <a:t>R</a:t>
            </a:r>
            <a:r>
              <a:rPr lang="en-US" sz="2400" dirty="0"/>
              <a:t>andom</a:t>
            </a:r>
          </a:p>
          <a:p>
            <a:r>
              <a:rPr lang="en-US" sz="2400" b="1" dirty="0"/>
              <a:t>I</a:t>
            </a:r>
            <a:r>
              <a:rPr lang="en-US" sz="2400" dirty="0"/>
              <a:t>ntercepts</a:t>
            </a:r>
          </a:p>
          <a:p>
            <a:r>
              <a:rPr lang="en-US" sz="2400" dirty="0"/>
              <a:t>-</a:t>
            </a:r>
          </a:p>
          <a:p>
            <a:r>
              <a:rPr lang="en-US" sz="2400" b="1" dirty="0"/>
              <a:t>C</a:t>
            </a:r>
            <a:r>
              <a:rPr lang="en-US" sz="2400" dirty="0"/>
              <a:t>ross</a:t>
            </a:r>
          </a:p>
          <a:p>
            <a:r>
              <a:rPr lang="en-US" sz="2400" b="1" dirty="0"/>
              <a:t>L</a:t>
            </a:r>
            <a:r>
              <a:rPr lang="en-US" sz="2400" dirty="0"/>
              <a:t>agged</a:t>
            </a:r>
          </a:p>
          <a:p>
            <a:r>
              <a:rPr lang="en-US" sz="2400" b="1" dirty="0"/>
              <a:t>P</a:t>
            </a:r>
            <a:r>
              <a:rPr lang="en-US" sz="2400" dirty="0"/>
              <a:t>anel</a:t>
            </a:r>
          </a:p>
          <a:p>
            <a:r>
              <a:rPr lang="en-US" sz="2400" b="1" dirty="0"/>
              <a:t>M</a:t>
            </a:r>
            <a:r>
              <a:rPr lang="en-US" sz="2400" dirty="0"/>
              <a:t>odels</a:t>
            </a:r>
          </a:p>
        </p:txBody>
      </p:sp>
    </p:spTree>
    <p:extLst>
      <p:ext uri="{BB962C8B-B14F-4D97-AF65-F5344CB8AC3E}">
        <p14:creationId xmlns:p14="http://schemas.microsoft.com/office/powerpoint/2010/main" val="1492483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diagram of a social media&#10;&#10;AI-generated content may be incorrect.">
            <a:extLst>
              <a:ext uri="{FF2B5EF4-FFF2-40B4-BE49-F238E27FC236}">
                <a16:creationId xmlns:a16="http://schemas.microsoft.com/office/drawing/2014/main" id="{B051807B-9F74-D3FC-9FF5-7DAD260B4D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839046"/>
            <a:ext cx="10905066" cy="517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6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F49C65-4D46-D213-F9C1-CF33F3874F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825415"/>
            <a:ext cx="10905066" cy="5207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m2 age&#10;&#10;AI-generated content may be incorrect.">
            <a:extLst>
              <a:ext uri="{FF2B5EF4-FFF2-40B4-BE49-F238E27FC236}">
                <a16:creationId xmlns:a16="http://schemas.microsoft.com/office/drawing/2014/main" id="{21145168-9952-E798-6390-507078C508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534" y="643466"/>
            <a:ext cx="745293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234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omparison of angles and angles&#10;&#10;AI-generated content may be incorrect.">
            <a:extLst>
              <a:ext uri="{FF2B5EF4-FFF2-40B4-BE49-F238E27FC236}">
                <a16:creationId xmlns:a16="http://schemas.microsoft.com/office/drawing/2014/main" id="{5A76E14E-CB0C-EE93-8FB0-0C6839E9B1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903" y="643466"/>
            <a:ext cx="887819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430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rawing of a graph&#10;&#10;AI-generated content may be incorrect.">
            <a:extLst>
              <a:ext uri="{FF2B5EF4-FFF2-40B4-BE49-F238E27FC236}">
                <a16:creationId xmlns:a16="http://schemas.microsoft.com/office/drawing/2014/main" id="{67F3A355-EBFA-BEE9-272B-760678625E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64" y="643466"/>
            <a:ext cx="8570871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88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46B00920-2452-6F95-B86D-2837ADDF8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454" y="643466"/>
            <a:ext cx="5181092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7778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23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Baseline Covariate Adjustment For longitudinal research in the social sciences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Holten, E.D. van (Mano)</dc:creator>
  <cp:lastModifiedBy>Holten, E.D. van (Mano)</cp:lastModifiedBy>
  <cp:revision>2</cp:revision>
  <dcterms:created xsi:type="dcterms:W3CDTF">2025-12-01T13:32:56Z</dcterms:created>
  <dcterms:modified xsi:type="dcterms:W3CDTF">2025-12-01T21:01:26Z</dcterms:modified>
</cp:coreProperties>
</file>