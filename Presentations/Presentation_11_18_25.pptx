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1" r:id="rId4"/>
    <p:sldId id="259" r:id="rId5"/>
    <p:sldId id="268" r:id="rId6"/>
    <p:sldId id="262" r:id="rId7"/>
    <p:sldId id="263" r:id="rId8"/>
    <p:sldId id="269" r:id="rId9"/>
    <p:sldId id="270" r:id="rId10"/>
    <p:sldId id="264" r:id="rId11"/>
    <p:sldId id="266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739" autoAdjust="0"/>
  </p:normalViewPr>
  <p:slideViewPr>
    <p:cSldViewPr snapToGrid="0">
      <p:cViewPr varScale="1">
        <p:scale>
          <a:sx n="66" d="100"/>
          <a:sy n="66" d="100"/>
        </p:scale>
        <p:origin x="42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9B35F2-97E0-4A15-9BF5-D9D4D18628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6BC14E-466D-44BA-BA2E-E5EF27323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989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99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D3FD-95DB-60EA-A64E-489A94401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28D6D-DBD1-D4E2-D114-1A33B5C554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7C7AE-FB4F-35BC-0923-F467537B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91DEA-9DB7-9690-E6C2-F59B404CE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32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31ED9-8C40-C6F7-8E10-08361E25F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6C37E-5BED-8D1F-1A27-7BD9C2382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8A3B1E-4140-2F71-177A-9032D0BE6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F5E30-3E21-8A47-9AD5-92128F89A1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26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FA8D-DFC6-6F6A-29F5-CCB911C4D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EFBF52-D3C1-5A82-7176-44362210F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CC83E3-6A78-943A-27CC-1E86F0F29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4A400-A11F-EFA8-298E-A451A40AE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329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9BDA5-21F3-9CB9-9BB3-7E712669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DEA8F-2104-6BF5-22A3-C08B39892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13F3B-C695-084A-5DFD-CE6A293F0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4694C-4545-B5D6-74DF-93E2E98731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1716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CDB90-8511-E3D3-47B7-07E179368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A4356-5D00-7D34-C137-8BDAB162A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A0BB1-F2BF-8165-142D-49F0386817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7352D-E9E8-790E-1D34-822CC26DD9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67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1B415-ACC8-7D4A-F444-A8C804DA3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DC35F-3B7F-B11D-71FE-3573532B71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868BBF-D838-68D2-F204-F59285D044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8C408-5AE1-263E-3B1A-C875BB717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1391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139D6-54C5-1CC3-5826-C87002356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BDEDB-42BF-FCAE-2CF5-8826B6A04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5ABE35-B307-DDB0-EC9A-C1F0E6A9C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6A2C8-61E9-1915-FC18-64D12861E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1367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F0815-0D05-F9BD-691C-759E20C08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89C2C-4826-9A1C-D871-64159CB710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B24D93-B3D6-46F2-C4BA-18B8734D1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55C45-59C2-C3A3-6FA3-B925F12D8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9547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8025-7686-BCCC-7DD1-6B328CFA6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C966E4-CF19-5930-754F-56603D90B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50276-3093-AC60-EE4B-5019DE782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F4A7C-658A-3A43-EFD3-4955121A4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067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9119-89F2-D27F-7FC8-33979217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DF9EA-B2B3-132B-EC35-CD40FFA9EE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916398-DBBC-957E-F314-48FF57C1E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123B6-EF09-4403-EC29-3BD4D03D99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995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0269-521F-B1E0-CE70-DC47538A8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0D91B-0A37-BA01-93CB-CD39F72105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AFAA83-5C80-218F-69B2-2AF41FC00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D2361-E1A2-2044-69F5-8D02F9C70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52CA3-4352-72C5-D013-12D3B4690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02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ECBB8-2CA8-0FA4-B89B-9B393A58D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6119B-DAC3-7A66-5E88-FF825AA2A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3B8E7-174F-3A87-B864-1A074FFA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62703-1F6D-2030-A978-671062A49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44CE4A-E364-C4A9-DA33-48429BC77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58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60460-936B-5B30-A538-7A66E20B9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64A0C-8618-E843-BEA9-F91234856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44A1A-0F0C-3FC9-9659-0795B6AC8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7CB15-8334-D6B1-9BB6-ECDBD9009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58EDE-C726-6185-0AFB-61FB89B45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175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AB0DE-1E04-8A82-1BA3-996F77C7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F48B5-70ED-6D81-3AEE-85C321F08B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B92EF-0AE6-D97C-F8B4-E0D9C585E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FB7717-67D2-F7A3-2E0B-A9E5BE22E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BC03D3-7DEB-7D4E-46D9-446D2A0E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2B27E1-3FE5-8D65-130B-AD9458C10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550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94570-F86A-CA5A-A378-B868FCA37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673DC-6746-BD2F-4A11-D60DE2F21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543EF-0BC1-EA19-DD7E-DC9C3E20A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502F41-4D11-FFE8-4D39-82EEBC08A8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E7D600-2951-F544-6A3B-6EE93C33F4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F8C7BD-4FD2-C978-A1BE-0EECED40E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AC66E2-5577-305C-1DBB-31DCC5E7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41252F-8FE5-052C-917F-DC10ADEB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825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5FAC8-6B89-3C3E-5838-5E87126BA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C9B656-84F7-506B-89CD-FB7A3E3FC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5296BD-75D2-93BD-E582-C51E8F32E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5905FD-1558-E374-B147-F17133C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43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C2B954-CAB0-58BE-8DDD-81C4CD4F0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8A2BBA-3371-914A-2D2E-0646ABED3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878CA-7ECF-89A4-6B1B-A45FE6D9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23A91-DCA7-C7E8-3D9A-CBA167E83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666C1-5F48-F9AE-4BE4-1FEDA37F82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848917-1B02-1D5E-C068-03F865226F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3600B6-2DC7-052B-E960-13F8A3FE4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38B18D-1859-28F0-E3E8-A3448DB23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7B0586-6616-CE4B-50AB-CF5C77DB5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957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8A9B-3087-21ED-DBCB-B93C9A44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237B8E-1B3B-2869-B158-C93AC2131C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FE3883-141D-B9DE-F661-CC2446E3E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92D542-712B-0FC3-CCC7-00161A00F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B9F3F-34EE-7747-5F19-D505C2D20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DBFBB-0EB7-BCB9-F02F-DB58CFDFE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87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9BA04-C21A-ACE3-2944-6A5D0075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E3821-59E2-C522-A1DC-CA2B8DFDA5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5D6406-A95A-332B-EA74-4C1F18F35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0DFFBB-3BE8-8B1F-8A15-894243E7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A2330-F073-DA43-BF17-622DFB0D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18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F73107-8601-B0F4-BA17-83DE9E0F5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00907-5D6F-797F-6F5C-C39917E4D6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370AF-9117-0A85-1BDE-989F9D49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AA184-BA06-7CE8-6D13-6D6C72A87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3F174-19B6-1EBE-B906-B69BC968A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633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94D6B6-3E60-66FC-1E61-1FFBA43BD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518182-08C9-68C2-A060-AC3E997E2F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C5243-F5FC-DBB2-DEBA-807B38B08F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0E36C-09B9-7165-4771-C9AAED288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E4C7B-5CD5-9192-E92B-8D3DEC93E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999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5C092-5F60-CC3A-678A-8EE5D9CBDB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Thesis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997925-59A9-9469-437B-D0D7949F7C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Baseline Covariate Adjustment for CLPM’s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87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032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587B70-DE16-250E-4CC1-8EA6A833D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/ RQ</a:t>
            </a:r>
          </a:p>
        </p:txBody>
      </p:sp>
      <p:pic>
        <p:nvPicPr>
          <p:cNvPr id="7" name="Content Placeholder 6" descr="A diagram of a mathematical model&#10;&#10;AI-generated content may be incorrect.">
            <a:extLst>
              <a:ext uri="{FF2B5EF4-FFF2-40B4-BE49-F238E27FC236}">
                <a16:creationId xmlns:a16="http://schemas.microsoft.com/office/drawing/2014/main" id="{CCDB0F6E-2C11-A983-39BE-E321407014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136067"/>
            <a:ext cx="7188199" cy="458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487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6EF35C-F0C0-1E9A-3BDA-A81F42716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701928-3275-56E6-5F0E-C682893C9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AEF9D4-216C-3035-594D-80BE1E08CB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BE170-BE89-06EC-80D8-F8866FB3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BCA SEM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18D2CF-5741-17E2-9D54-58A4BE4064A8}"/>
              </a:ext>
            </a:extLst>
          </p:cNvPr>
          <p:cNvSpPr txBox="1"/>
          <p:nvPr/>
        </p:nvSpPr>
        <p:spPr>
          <a:xfrm>
            <a:off x="4132161" y="2627453"/>
            <a:ext cx="68753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1: Regress </a:t>
            </a:r>
            <a:r>
              <a:rPr lang="en-US" dirty="0" err="1"/>
              <a:t>X_t</a:t>
            </a:r>
            <a:r>
              <a:rPr lang="en-US" dirty="0"/>
              <a:t> (and </a:t>
            </a:r>
            <a:r>
              <a:rPr lang="en-US" dirty="0" err="1"/>
              <a:t>Y_t</a:t>
            </a:r>
            <a:r>
              <a:rPr lang="en-US" dirty="0"/>
              <a:t>) on C</a:t>
            </a:r>
          </a:p>
          <a:p>
            <a:r>
              <a:rPr lang="en-US" dirty="0"/>
              <a:t>Step 2: Save the residuals</a:t>
            </a:r>
          </a:p>
          <a:p>
            <a:r>
              <a:rPr lang="en-US" dirty="0"/>
              <a:t>Step 3: Do your standard CLPM</a:t>
            </a:r>
          </a:p>
          <a:p>
            <a:r>
              <a:rPr lang="en-US" dirty="0"/>
              <a:t>Step 4: Oops we should have bootstrapped to estimate our errors. </a:t>
            </a:r>
          </a:p>
        </p:txBody>
      </p:sp>
    </p:spTree>
    <p:extLst>
      <p:ext uri="{BB962C8B-B14F-4D97-AF65-F5344CB8AC3E}">
        <p14:creationId xmlns:p14="http://schemas.microsoft.com/office/powerpoint/2010/main" val="3220156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7C219-9DB4-DAD3-B98D-ED0FBBBC2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6435D-C717-C4FD-EF2C-FA1D0C1D0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Workflow</a:t>
            </a:r>
          </a:p>
        </p:txBody>
      </p:sp>
      <p:pic>
        <p:nvPicPr>
          <p:cNvPr id="7" name="Content Placeholder 6" descr="A diagram of a flowchart&#10;&#10;AI-generated content may be incorrect.">
            <a:extLst>
              <a:ext uri="{FF2B5EF4-FFF2-40B4-BE49-F238E27FC236}">
                <a16:creationId xmlns:a16="http://schemas.microsoft.com/office/drawing/2014/main" id="{E69405CA-142F-F369-F592-CB4130B11C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2514" y="1371530"/>
            <a:ext cx="6858232" cy="4114939"/>
          </a:xfrm>
        </p:spPr>
      </p:pic>
    </p:spTree>
    <p:extLst>
      <p:ext uri="{BB962C8B-B14F-4D97-AF65-F5344CB8AC3E}">
        <p14:creationId xmlns:p14="http://schemas.microsoft.com/office/powerpoint/2010/main" val="1494431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04B62-F15A-629A-70A9-C02C3E60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B91CE-DB76-2B81-303E-D8D438819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/ RQ</a:t>
            </a:r>
          </a:p>
        </p:txBody>
      </p:sp>
      <p:pic>
        <p:nvPicPr>
          <p:cNvPr id="7" name="Content Placeholder 6" descr="A diagram of a mathematical model&#10;&#10;AI-generated content may be incorrect.">
            <a:extLst>
              <a:ext uri="{FF2B5EF4-FFF2-40B4-BE49-F238E27FC236}">
                <a16:creationId xmlns:a16="http://schemas.microsoft.com/office/drawing/2014/main" id="{0A7985A9-B041-9119-612F-B29FCEFAD7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136067"/>
            <a:ext cx="7188199" cy="458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246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DFC7C8-81C4-200B-0325-8E6DB7EDB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A601482-F715-F503-9892-06F3729AA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08581-D996-EEC7-24CB-E8E77A8F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4CAAAE-0983-B7A8-16C4-F6AAC74D3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dirty="0">
                <a:solidFill>
                  <a:srgbClr val="FFFFFF"/>
                </a:solidFill>
              </a:rPr>
              <a:t>Linear data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B700BA-45CD-D42E-0B03-7D27AFFC4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458" y="1524000"/>
            <a:ext cx="382905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939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56657B-8B0F-1EE3-B15C-D7329ABA9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84F9CD8-1EFC-5C4D-EE25-9996009B1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171579-381C-D84C-7F3B-605B69BA6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C9BD3-0483-4871-6E67-15938E24B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Data:</a:t>
            </a:r>
            <a:b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Cubic &amp; Cutoff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792CFC-3E4A-49FA-C531-B7AE9F2F9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619" y="1943783"/>
            <a:ext cx="4395658" cy="32803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B97073-C468-4E43-B71D-3E1F4730F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622" y="1943783"/>
            <a:ext cx="4395656" cy="3280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740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C10927-0BFA-DA15-D890-7D384E504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D8EA10F-5CA6-DB6D-8844-14E04B451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79FA8D-FD45-025C-9D7B-21E479426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976478-D98E-B1E9-47CE-A42B3D50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Data: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Exponential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&amp;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Sin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8A368F-3364-3EFA-87CE-8D41F0C27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0018" y="1927405"/>
            <a:ext cx="4024273" cy="30031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AAD7A1-83F4-3CE1-BECA-935458A66A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934" y="1960430"/>
            <a:ext cx="4077629" cy="304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081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C8CB9A-2305-C78F-E863-C9D337082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DCBAFF9-7D2A-64BA-6D53-6100E3D15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0C80EA-5D70-9BF0-E648-9F2D3A1BB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BAABF7-8BCE-35C3-D5A5-1FAAF1DE2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Data: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tanh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EE464-4800-3E77-F6C4-1AA3B2827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758" y="1703845"/>
            <a:ext cx="4623414" cy="3450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46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70D5D5-9C56-230B-329D-DFD5F5568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AB6FD3-FA5D-38FB-B381-28A41D080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2682AF-82BF-2486-D716-B7A49E86E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3070DB-C71B-F001-EF5B-8357FEC21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dirty="0">
                <a:solidFill>
                  <a:srgbClr val="FFFFFF"/>
                </a:solidFill>
              </a:rPr>
              <a:t>Models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1752A8-4050-B385-60BB-186B159A3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91" y="1864307"/>
            <a:ext cx="5619750" cy="347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5714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C7E385-3056-2E89-E5BF-5C042D37C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45AC11-8FF1-5336-323F-EC420AF10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Workflow</a:t>
            </a:r>
          </a:p>
        </p:txBody>
      </p:sp>
      <p:pic>
        <p:nvPicPr>
          <p:cNvPr id="7" name="Content Placeholder 6" descr="A diagram of a flowchart&#10;&#10;AI-generated content may be incorrect.">
            <a:extLst>
              <a:ext uri="{FF2B5EF4-FFF2-40B4-BE49-F238E27FC236}">
                <a16:creationId xmlns:a16="http://schemas.microsoft.com/office/drawing/2014/main" id="{7B3A56F6-2549-2453-215F-56C635A898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270846"/>
            <a:ext cx="7188199" cy="431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826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FA825C-C91A-AF2A-82EC-03E29967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842E69-E79F-6161-5DF0-227501ADF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Dit was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mijn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spreekbeurt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.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Zijn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 er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nog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vragen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959769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352</Words>
  <Application>Microsoft Office PowerPoint</Application>
  <PresentationFormat>Widescreen</PresentationFormat>
  <Paragraphs>61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Thesis</vt:lpstr>
      <vt:lpstr>Problem / RQ</vt:lpstr>
      <vt:lpstr>BCA SEM</vt:lpstr>
      <vt:lpstr>Workflow</vt:lpstr>
      <vt:lpstr>Problem / RQ</vt:lpstr>
      <vt:lpstr>Linear data</vt:lpstr>
      <vt:lpstr>Data: Cubic &amp; Cutoff</vt:lpstr>
      <vt:lpstr>Data: Exponential &amp; Sin</vt:lpstr>
      <vt:lpstr>Data: tanh</vt:lpstr>
      <vt:lpstr>Models</vt:lpstr>
      <vt:lpstr>Workflow</vt:lpstr>
      <vt:lpstr>Dit was mijn spreekbeurt. Zijn er nog 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Holten, E.D. van (Mano)</dc:creator>
  <cp:lastModifiedBy>Holten, E.D. van (Mano)</cp:lastModifiedBy>
  <cp:revision>3</cp:revision>
  <dcterms:created xsi:type="dcterms:W3CDTF">2025-11-18T21:51:39Z</dcterms:created>
  <dcterms:modified xsi:type="dcterms:W3CDTF">2025-11-25T09:18:42Z</dcterms:modified>
</cp:coreProperties>
</file>