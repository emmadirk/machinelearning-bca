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59" r:id="rId6"/>
    <p:sldId id="262" r:id="rId7"/>
    <p:sldId id="263" r:id="rId8"/>
    <p:sldId id="267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739" autoAdjust="0"/>
  </p:normalViewPr>
  <p:slideViewPr>
    <p:cSldViewPr snapToGrid="0">
      <p:cViewPr varScale="1">
        <p:scale>
          <a:sx n="66" d="100"/>
          <a:sy n="66" d="100"/>
        </p:scale>
        <p:origin x="130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B35F2-97E0-4A15-9BF5-D9D4D186280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BC14E-466D-44BA-BA2E-E5EF27323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8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99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A7FA8-953A-EE68-7F5F-E3CF0A3F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4CDD4-46B4-8494-BFF3-04A6D2ED9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FDF3E-BAB4-6935-0F4C-52255D3AC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0EB5-FF08-B937-DA6D-EA89DB361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27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D3FD-95DB-60EA-A64E-489A9440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28D6D-DBD1-D4E2-D114-1A33B5C55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7C7AE-FB4F-35BC-0923-F467537B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91DEA-9DB7-9690-E6C2-F59B404CE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2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1ED9-8C40-C6F7-8E10-08361E25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6C37E-5BED-8D1F-1A27-7BD9C2382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A3B1E-4140-2F71-177A-9032D0BE6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F5E30-3E21-8A47-9AD5-92128F89A1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26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BDA5-21F3-9CB9-9BB3-7E712669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DEA8F-2104-6BF5-22A3-C08B39892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13F3B-C695-084A-5DFD-CE6A293F0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4694C-4545-B5D6-74DF-93E2E9873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71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DB90-8511-E3D3-47B7-07E1793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A4356-5D00-7D34-C137-8BDAB162A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A0BB1-F2BF-8165-142D-49F038681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7352D-E9E8-790E-1D34-822CC26DD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67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0FAB4-7551-3874-E38F-54138109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97E5E-B400-FAA7-F27F-7DDE0AEDF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707B2-B492-7AFF-A855-291053C2F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1AE2E-A411-338A-B3C4-6D962B81B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90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F0815-0D05-F9BD-691C-759E20C0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89C2C-4826-9A1C-D871-64159CB71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24D93-B3D6-46F2-C4BA-18B8734D1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55C45-59C2-C3A3-6FA3-B925F12D8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4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8025-7686-BCCC-7DD1-6B328CFA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966E4-CF19-5930-754F-56603D90B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50276-3093-AC60-EE4B-5019DE782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F4A7C-658A-3A43-EFD3-4955121A4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39119-89F2-D27F-7FC8-33979217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DF9EA-B2B3-132B-EC35-CD40FFA9E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16398-DBBC-957E-F314-48FF57C1E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Time-invariant confounders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linear unobserved confounders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Methods exist to deal with non-linear confounders if we know their functional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123B6-EF09-4403-EC29-3BD4D03D9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BC14E-466D-44BA-BA2E-E5EF27323A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9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0269-521F-B1E0-CE70-DC47538A8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0D91B-0A37-BA01-93CB-CD39F7210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FAA83-5C80-218F-69B2-2AF41FC0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D2361-E1A2-2044-69F5-8D02F9C7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52CA3-4352-72C5-D013-12D3B469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CBB8-2CA8-0FA4-B89B-9B393A58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6119B-DAC3-7A66-5E88-FF825AA2A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3B8E7-174F-3A87-B864-1A074FFA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62703-1F6D-2030-A978-671062A4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4CE4A-E364-C4A9-DA33-48429BC7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5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0460-936B-5B30-A538-7A66E20B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64A0C-8618-E843-BEA9-F91234856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4A1A-0F0C-3FC9-9659-0795B6AC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CB15-8334-D6B1-9BB6-ECDBD900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58EDE-C726-6185-0AFB-61FB89B4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7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B0DE-1E04-8A82-1BA3-996F77C7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F48B5-70ED-6D81-3AEE-85C321F08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B92EF-0AE6-D97C-F8B4-E0D9C585E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B7717-67D2-F7A3-2E0B-A9E5BE22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C03D3-7DEB-7D4E-46D9-446D2A0E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B27E1-3FE5-8D65-130B-AD9458C1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5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4570-F86A-CA5A-A378-B868FCA37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673DC-6746-BD2F-4A11-D60DE2F21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543EF-0BC1-EA19-DD7E-DC9C3E20A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502F41-4D11-FFE8-4D39-82EEBC08A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7D600-2951-F544-6A3B-6EE93C33F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8C7BD-4FD2-C978-A1BE-0EECED40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C66E2-5577-305C-1DBB-31DCC5E7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1252F-8FE5-052C-917F-DC10ADEB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2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FAC8-6B89-3C3E-5838-5E87126B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9B656-84F7-506B-89CD-FB7A3E3F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5296BD-75D2-93BD-E582-C51E8F32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905FD-1558-E374-B147-F17133C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2B954-CAB0-58BE-8DDD-81C4CD4F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8A2BBA-3371-914A-2D2E-0646ABED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878CA-7ECF-89A4-6B1B-A45FE6D9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3A91-DCA7-C7E8-3D9A-CBA167E8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666C1-5F48-F9AE-4BE4-1FEDA37F8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48917-1B02-1D5E-C068-03F865226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0B6-2DC7-052B-E960-13F8A3FE4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8B18D-1859-28F0-E3E8-A3448DB2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B0586-6616-CE4B-50AB-CF5C77DB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5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8A9B-3087-21ED-DBCB-B93C9A44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237B8E-1B3B-2869-B158-C93AC2131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E3883-141D-B9DE-F661-CC2446E3E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2D542-712B-0FC3-CCC7-00161A00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B9F3F-34EE-7747-5F19-D505C2D2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DBFBB-0EB7-BCB9-F02F-DB58CFDF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8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BA04-C21A-ACE3-2944-6A5D0075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E3821-59E2-C522-A1DC-CA2B8DFDA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D6406-A95A-332B-EA74-4C1F18F3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DFFBB-3BE8-8B1F-8A15-894243E7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A2330-F073-DA43-BF17-622DFB0D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1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73107-8601-B0F4-BA17-83DE9E0F5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00907-5D6F-797F-6F5C-C39917E4D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370AF-9117-0A85-1BDE-989F9D49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AA184-BA06-7CE8-6D13-6D6C72A8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F174-19B6-1EBE-B906-B69BC968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3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94D6B6-3E60-66FC-1E61-1FFBA43B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18182-08C9-68C2-A060-AC3E997E2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C5243-F5FC-DBB2-DEBA-807B38B08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AA44F-27F9-41EB-9599-B394A88B5CF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0E36C-09B9-7165-4771-C9AAED288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E4C7B-5CD5-9192-E92B-8D3DEC93E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D094C-3C4B-4275-B698-C9C99C337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9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5C092-5F60-CC3A-678A-8EE5D9CBD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97925-59A9-9469-437B-D0D7949F7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Baseline Covariate Adjustment for CLPM’s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7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0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87B70-DE16-250E-4CC1-8EA6A833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/ RQ</a:t>
            </a:r>
          </a:p>
        </p:txBody>
      </p:sp>
      <p:pic>
        <p:nvPicPr>
          <p:cNvPr id="7" name="Content Placeholder 6" descr="A diagram of a mathematical model&#10;&#10;AI-generated content may be incorrect.">
            <a:extLst>
              <a:ext uri="{FF2B5EF4-FFF2-40B4-BE49-F238E27FC236}">
                <a16:creationId xmlns:a16="http://schemas.microsoft.com/office/drawing/2014/main" id="{CCDB0F6E-2C11-A983-39BE-E32140701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36067"/>
            <a:ext cx="7188199" cy="458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8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CFB4D-D8AA-2530-9DEC-C1063CA4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D3BC1-38DB-9557-3A6D-5976DD64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/ RQ</a:t>
            </a:r>
          </a:p>
        </p:txBody>
      </p:sp>
      <p:pic>
        <p:nvPicPr>
          <p:cNvPr id="5" name="Content Placeholder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AFB09C59-2E7B-CF1A-F65E-708870245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227" y="961812"/>
            <a:ext cx="7094944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5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EF35C-F0C0-1E9A-3BDA-A81F42716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701928-3275-56E6-5F0E-C682893C9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AEF9D4-216C-3035-594D-80BE1E08C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BE170-BE89-06EC-80D8-F8866FB3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BCA SEM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8D2CF-5741-17E2-9D54-58A4BE4064A8}"/>
              </a:ext>
            </a:extLst>
          </p:cNvPr>
          <p:cNvSpPr txBox="1"/>
          <p:nvPr/>
        </p:nvSpPr>
        <p:spPr>
          <a:xfrm>
            <a:off x="4132161" y="2627453"/>
            <a:ext cx="687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Regress </a:t>
            </a:r>
            <a:r>
              <a:rPr lang="en-US" dirty="0" err="1"/>
              <a:t>X_t</a:t>
            </a:r>
            <a:r>
              <a:rPr lang="en-US" dirty="0"/>
              <a:t> (and </a:t>
            </a:r>
            <a:r>
              <a:rPr lang="en-US" dirty="0" err="1"/>
              <a:t>Y_t</a:t>
            </a:r>
            <a:r>
              <a:rPr lang="en-US" dirty="0"/>
              <a:t>) on C</a:t>
            </a:r>
          </a:p>
          <a:p>
            <a:r>
              <a:rPr lang="en-US" dirty="0"/>
              <a:t>Step 2: Save the residuals</a:t>
            </a:r>
          </a:p>
          <a:p>
            <a:r>
              <a:rPr lang="en-US" dirty="0"/>
              <a:t>Step 3: Do your standard CLPM</a:t>
            </a:r>
          </a:p>
          <a:p>
            <a:r>
              <a:rPr lang="en-US" dirty="0"/>
              <a:t>Step 4: Oops we should have bootstrapped to estimate our errors. </a:t>
            </a:r>
          </a:p>
        </p:txBody>
      </p:sp>
    </p:spTree>
    <p:extLst>
      <p:ext uri="{BB962C8B-B14F-4D97-AF65-F5344CB8AC3E}">
        <p14:creationId xmlns:p14="http://schemas.microsoft.com/office/powerpoint/2010/main" val="322015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7C219-9DB4-DAD3-B98D-ED0FBBBC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6435D-C717-C4FD-EF2C-FA1D0C1D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</a:t>
            </a:r>
          </a:p>
        </p:txBody>
      </p:sp>
      <p:pic>
        <p:nvPicPr>
          <p:cNvPr id="7" name="Content Placeholder 6" descr="A diagram of a flowchart&#10;&#10;AI-generated content may be incorrect.">
            <a:extLst>
              <a:ext uri="{FF2B5EF4-FFF2-40B4-BE49-F238E27FC236}">
                <a16:creationId xmlns:a16="http://schemas.microsoft.com/office/drawing/2014/main" id="{E69405CA-142F-F369-F592-CB4130B11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514" y="1371530"/>
            <a:ext cx="6858232" cy="4114939"/>
          </a:xfrm>
        </p:spPr>
      </p:pic>
    </p:spTree>
    <p:extLst>
      <p:ext uri="{BB962C8B-B14F-4D97-AF65-F5344CB8AC3E}">
        <p14:creationId xmlns:p14="http://schemas.microsoft.com/office/powerpoint/2010/main" val="149443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FC7C8-81C4-200B-0325-8E6DB7ED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601482-F715-F503-9892-06F3729AA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08581-D996-EEC7-24CB-E8E77A8F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CAAAE-0983-B7A8-16C4-F6AAC74D3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46E7A-5F30-8D39-AD6E-62DD53626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577" y="1047750"/>
            <a:ext cx="29337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594767-9692-F179-44CE-09DA8FC5D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979" y="1047750"/>
            <a:ext cx="2933700" cy="4762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942AC7-9E74-8F53-2C07-AE99C81B2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381" y="1047750"/>
            <a:ext cx="2933700" cy="4762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B691E5-9F19-1007-9855-765C26CA3B8F}"/>
              </a:ext>
            </a:extLst>
          </p:cNvPr>
          <p:cNvSpPr txBox="1"/>
          <p:nvPr/>
        </p:nvSpPr>
        <p:spPr>
          <a:xfrm>
            <a:off x="3483980" y="219919"/>
            <a:ext cx="768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denotes: sum(nonlinear) / sum(nonlinear + linear)</a:t>
            </a:r>
          </a:p>
        </p:txBody>
      </p:sp>
    </p:spTree>
    <p:extLst>
      <p:ext uri="{BB962C8B-B14F-4D97-AF65-F5344CB8AC3E}">
        <p14:creationId xmlns:p14="http://schemas.microsoft.com/office/powerpoint/2010/main" val="375893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6657B-8B0F-1EE3-B15C-D7329ABA9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4F9CD8-1EFC-5C4D-EE25-9996009B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171579-381C-D84C-7F3B-605B69BA6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C9BD3-0483-4871-6E67-15938E24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37C3AA-F9D2-4150-87D1-39450CD95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059" y="1047750"/>
            <a:ext cx="29337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52D98-6344-BCE7-E584-C5130939C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246" y="1047750"/>
            <a:ext cx="29337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4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FD045-7D9D-6CE9-F353-546B18881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0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39B5E-3D15-38D8-3DEA-C0268F491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pic>
        <p:nvPicPr>
          <p:cNvPr id="7" name="Content Placeholder 6" descr="A diagram of a mathematical model&#10;&#10;AI-generated content may be incorrect.">
            <a:extLst>
              <a:ext uri="{FF2B5EF4-FFF2-40B4-BE49-F238E27FC236}">
                <a16:creationId xmlns:a16="http://schemas.microsoft.com/office/drawing/2014/main" id="{059F9E62-7456-DD79-716E-3D141B5B9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36067"/>
            <a:ext cx="7188199" cy="458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3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0D5D5-9C56-230B-329D-DFD5F556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AB6FD3-FA5D-38FB-B381-28A41D080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682AF-82BF-2486-D716-B7A49E86E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070DB-C71B-F001-EF5B-8357FEC2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Models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11BC0-664E-FF37-F6A5-C615AB65F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134" y="1244263"/>
            <a:ext cx="6828331" cy="457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71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7E385-3056-2E89-E5BF-5C042D37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5AC11-8FF1-5336-323F-EC420AF10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</a:t>
            </a:r>
          </a:p>
        </p:txBody>
      </p:sp>
      <p:pic>
        <p:nvPicPr>
          <p:cNvPr id="7" name="Content Placeholder 6" descr="A diagram of a flowchart&#10;&#10;AI-generated content may be incorrect.">
            <a:extLst>
              <a:ext uri="{FF2B5EF4-FFF2-40B4-BE49-F238E27FC236}">
                <a16:creationId xmlns:a16="http://schemas.microsoft.com/office/drawing/2014/main" id="{7B3A56F6-2549-2453-215F-56C635A89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270846"/>
            <a:ext cx="7188199" cy="431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26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A825C-C91A-AF2A-82EC-03E29967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42E69-E79F-6161-5DF0-227501AD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Dit was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mijn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spreekbeurt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Zijn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er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nog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vragen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5976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325</Words>
  <Application>Microsoft Office PowerPoint</Application>
  <PresentationFormat>Widescreen</PresentationFormat>
  <Paragraphs>57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Thesis</vt:lpstr>
      <vt:lpstr>Problem / RQ</vt:lpstr>
      <vt:lpstr>Problem / RQ</vt:lpstr>
      <vt:lpstr>BCA SEM</vt:lpstr>
      <vt:lpstr>Workflow</vt:lpstr>
      <vt:lpstr>Data</vt:lpstr>
      <vt:lpstr>Data</vt:lpstr>
      <vt:lpstr>Data</vt:lpstr>
      <vt:lpstr>Models</vt:lpstr>
      <vt:lpstr>Workflow</vt:lpstr>
      <vt:lpstr>Dit was mijn spreekbeurt. Zijn er nog 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1</cp:revision>
  <dcterms:created xsi:type="dcterms:W3CDTF">2025-11-18T21:51:39Z</dcterms:created>
  <dcterms:modified xsi:type="dcterms:W3CDTF">2025-11-18T23:40:29Z</dcterms:modified>
</cp:coreProperties>
</file>