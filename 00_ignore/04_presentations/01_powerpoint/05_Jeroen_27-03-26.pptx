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2" d="100"/>
          <a:sy n="102" d="100"/>
        </p:scale>
        <p:origin x="918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37AA3E-84EF-9A98-4AA5-77A8A5B5275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765C7BE-7354-9A44-6D5C-F3C1BEF9DB5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CD25FAC-FF43-4F02-15E9-617D1409D9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C7B490-F238-4448-8C7C-36F57B539200}" type="datetimeFigureOut">
              <a:rPr lang="en-US" smtClean="0"/>
              <a:t>3/27/2026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A4BAE69-6C3A-B72F-4068-AD122B0B5D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95CC486-7F35-A511-0869-ADCF41DF37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114FFD-1A99-4C9A-A716-EB74F95389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66008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A769AD-3BDC-B584-7BFC-2477AEA15A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BD0151-6983-16D5-D989-0BD077E4EFF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C34501B-0C78-30B4-294E-62B8040CA3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C7B490-F238-4448-8C7C-36F57B539200}" type="datetimeFigureOut">
              <a:rPr lang="en-US" smtClean="0"/>
              <a:t>3/27/2026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10675E-8CE3-205A-D2CF-AD766F6525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2A6B0D0-C47D-FC5B-BDB2-6747ABB348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114FFD-1A99-4C9A-A716-EB74F95389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87419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7B189A-AD1A-5D54-B0D1-35B2FE531E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E9B6E80-B18B-018E-5C92-2E2B43DA8E3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FEA8F14-CCB4-BC6E-169B-CE56B7387E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C7B490-F238-4448-8C7C-36F57B539200}" type="datetimeFigureOut">
              <a:rPr lang="en-US" smtClean="0"/>
              <a:t>3/27/2026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21341B9-C68B-2BA6-16BB-0392E12C44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CBBC45A-2CE1-40E5-9263-868CF80420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114FFD-1A99-4C9A-A716-EB74F95389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300326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213DFB-F260-CE44-7CBB-622042B50C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C314CD-3E7E-3798-7339-C2A3074BB7C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EDE8B95-E0BD-7997-1654-5E8004C9311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DB05D9C-25E1-6571-9D91-8241CABA00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C7B490-F238-4448-8C7C-36F57B539200}" type="datetimeFigureOut">
              <a:rPr lang="en-US" smtClean="0"/>
              <a:t>3/27/2026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A2BBEB7-2E6B-5E47-9CBE-411607815A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B6A5F2D-4A89-F0A8-B442-2B0E7015BC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114FFD-1A99-4C9A-A716-EB74F95389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61798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90E053-0E46-85B9-888D-70021CD7D6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6761F83-797B-6E30-303E-32BF55E888E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3B8EEDE-759F-7F6E-8991-7C01EC6CC0A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4192769-7695-E591-C7E8-4E680AB2BD0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44775C4-B72A-638B-186E-00AEADD1BB8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1C1A986-7C1E-2ACE-DC77-B3A1A41F28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C7B490-F238-4448-8C7C-36F57B539200}" type="datetimeFigureOut">
              <a:rPr lang="en-US" smtClean="0"/>
              <a:t>3/27/2026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B3FE777-ECDB-330C-6160-42D874A6A5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7C1A859-CAE1-917C-4EDC-D70854AE27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114FFD-1A99-4C9A-A716-EB74F95389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63464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06EF10-D32B-E6E5-4AEB-1FF5EDDDA7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5BAFD31-2360-82B8-390C-B35EA305A8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C7B490-F238-4448-8C7C-36F57B539200}" type="datetimeFigureOut">
              <a:rPr lang="en-US" smtClean="0"/>
              <a:t>3/27/2026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4EB32AC-5A8C-C91B-EC16-158F2476B5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D309B0C-3B3C-1FE2-4BCF-F4D0D5D3FC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114FFD-1A99-4C9A-A716-EB74F95389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99793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DD04798-018C-4CA5-D475-357F9D8F9F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C7B490-F238-4448-8C7C-36F57B539200}" type="datetimeFigureOut">
              <a:rPr lang="en-US" smtClean="0"/>
              <a:t>3/27/2026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C822008-EA82-DDF5-680D-DAC47CA075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20D8062-6FAF-1856-845D-1C66B463F8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114FFD-1A99-4C9A-A716-EB74F95389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93137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9811CB-853B-FB19-8096-9CF0255183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57C241-4449-ABE9-BCC3-6D42C55CFF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211DE9C-7CE3-09F1-437D-409E928AE2F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8319CB6-9546-7FF9-4896-6C61AC98D3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C7B490-F238-4448-8C7C-36F57B539200}" type="datetimeFigureOut">
              <a:rPr lang="en-US" smtClean="0"/>
              <a:t>3/27/2026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F1A49AB-40F4-FC6F-BD03-206B5A1169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9494635-99F3-BBCD-5F9D-29098FC750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114FFD-1A99-4C9A-A716-EB74F95389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19790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47D032-62CB-15F0-D025-ECE1B27E25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C4FF9FD-1C53-6317-2405-C4D67DA92EE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1DD994F-493D-3339-FCD3-8870CBDAF50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ECE8286-F91F-E451-6EC2-795F813386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C7B490-F238-4448-8C7C-36F57B539200}" type="datetimeFigureOut">
              <a:rPr lang="en-US" smtClean="0"/>
              <a:t>3/27/2026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510CFAC-663B-ED4C-6C22-2A4DD04FBB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B03A9E1-05F8-E636-FDC5-708D9A1956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114FFD-1A99-4C9A-A716-EB74F95389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280065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1BA165-5A41-875A-D788-37962B5A58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743F835-76B8-8363-0E8D-91AE3322D29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781B869-CF37-89AA-EC89-93FBE0DDF9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C7B490-F238-4448-8C7C-36F57B539200}" type="datetimeFigureOut">
              <a:rPr lang="en-US" smtClean="0"/>
              <a:t>3/27/2026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BFB902-B46F-39DA-1E23-EBB19A6764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28E7812-8ABF-D09F-C0EC-BCB399DDC5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114FFD-1A99-4C9A-A716-EB74F95389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67411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420372A-7FFE-8ABC-0887-137B8FEDF16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245F42C-BE4D-12AA-B180-5B22F300462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747025-067A-60E6-EF9A-77397B5892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C7B490-F238-4448-8C7C-36F57B539200}" type="datetimeFigureOut">
              <a:rPr lang="en-US" smtClean="0"/>
              <a:t>3/27/2026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7A10744-8754-1456-26FD-D6795E31DA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BEED2FB-DF56-0878-CB82-0FF700B4F4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114FFD-1A99-4C9A-A716-EB74F95389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139261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8430637-7BD6-BC27-9415-02919DD291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29520F5-9ED3-BCCC-8672-94FBDF1D599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E320E5-08E5-17EB-6789-8E489785306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5C7B490-F238-4448-8C7C-36F57B539200}" type="datetimeFigureOut">
              <a:rPr lang="en-US" smtClean="0"/>
              <a:t>3/27/2026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0A19D8F-D529-7A2B-1A03-6D30001F4EB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F9E5E0-0DCC-33B7-2BF1-316FBF012A6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3114FFD-1A99-4C9A-A716-EB74F95389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21478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0BD0EB-C572-9CBA-DBCA-DC0401EAF86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Meeting 3/27/26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8EF806E-FE01-DB42-38E4-8FA9B26CAE4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390857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2800BE-CAAE-8920-3E3C-2C7C514314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Sim results </a:t>
            </a:r>
            <a:r>
              <a:rPr lang="en-US" dirty="0" err="1"/>
              <a:t>vorige</a:t>
            </a:r>
            <a:r>
              <a:rPr lang="en-US" dirty="0"/>
              <a:t> week (N=5000).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B623504-566C-C412-DB90-51372DA6F6F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9441" y="2603897"/>
            <a:ext cx="5023585" cy="3344252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ECA61832-CFF9-4484-5548-ABC5FEBB0D8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2603898"/>
            <a:ext cx="5023584" cy="334425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7BED0BDD-44B9-B650-FDD6-88177807E885}"/>
              </a:ext>
            </a:extLst>
          </p:cNvPr>
          <p:cNvSpPr txBox="1"/>
          <p:nvPr/>
        </p:nvSpPr>
        <p:spPr>
          <a:xfrm>
            <a:off x="6466574" y="2349499"/>
            <a:ext cx="47348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RMSE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006BE30-4D62-C241-2829-D1E461EBFB72}"/>
              </a:ext>
            </a:extLst>
          </p:cNvPr>
          <p:cNvSpPr txBox="1"/>
          <p:nvPr/>
        </p:nvSpPr>
        <p:spPr>
          <a:xfrm>
            <a:off x="879108" y="2349499"/>
            <a:ext cx="47348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Relative bias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5642600-A7A7-9D37-9E84-2E987F090D27}"/>
              </a:ext>
            </a:extLst>
          </p:cNvPr>
          <p:cNvSpPr txBox="1"/>
          <p:nvPr/>
        </p:nvSpPr>
        <p:spPr>
          <a:xfrm>
            <a:off x="763605" y="1503249"/>
            <a:ext cx="91022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Cov(Rix, </a:t>
            </a:r>
            <a:r>
              <a:rPr lang="en-US" dirty="0" err="1"/>
              <a:t>Riy</a:t>
            </a:r>
            <a:r>
              <a:rPr lang="en-US" dirty="0"/>
              <a:t>) &gt; 1. </a:t>
            </a:r>
          </a:p>
        </p:txBody>
      </p:sp>
    </p:spTree>
    <p:extLst>
      <p:ext uri="{BB962C8B-B14F-4D97-AF65-F5344CB8AC3E}">
        <p14:creationId xmlns:p14="http://schemas.microsoft.com/office/powerpoint/2010/main" val="273051696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D8CBD8-18F3-F3B5-1960-1DD3EC7EFD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547A4E-49B1-AE4D-C646-4C834054EC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DGM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2EF4F7F-0631-9AFC-2B5A-9285595DC2D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4533507" y="1547133"/>
                <a:ext cx="2979656" cy="4351338"/>
              </a:xfrm>
            </p:spPr>
            <p:txBody>
              <a:bodyPr>
                <a:normAutofit/>
              </a:bodyPr>
              <a:lstStyle/>
              <a:p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l-GR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Φ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m>
                      <m:mPr>
                        <m:mcs>
                          <m:mc>
                            <m:mcPr>
                              <m:count m:val="2"/>
                              <m:mcJc m:val="center"/>
                            </m:mcPr>
                          </m:mc>
                        </m:mcs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mPr>
                      <m:mr>
                        <m:e>
                          <m:r>
                            <m:rPr>
                              <m:brk m:alnAt="7"/>
                            </m:r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0.2</m:t>
                          </m:r>
                        </m:e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0</m:t>
                          </m:r>
                        </m:e>
                      </m:mr>
                      <m:m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0.1</m:t>
                          </m:r>
                        </m:e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0.2</m:t>
                          </m:r>
                        </m:e>
                      </m:mr>
                    </m:m>
                  </m:oMath>
                </a14:m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endParaRPr lang="en-US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2EF4F7F-0631-9AFC-2B5A-9285595DC2D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33507" y="1547133"/>
                <a:ext cx="2979656" cy="4351338"/>
              </a:xfr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2EEE5DC6-13E5-BDF6-86E9-0365F5940F0F}"/>
              </a:ext>
            </a:extLst>
          </p:cNvPr>
          <p:cNvSpPr txBox="1">
            <a:spLocks/>
          </p:cNvSpPr>
          <p:nvPr/>
        </p:nvSpPr>
        <p:spPr>
          <a:xfrm>
            <a:off x="4606172" y="1394733"/>
            <a:ext cx="2979656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endParaRPr lang="en-US" dirty="0"/>
          </a:p>
          <a:p>
            <a:pPr marL="0" indent="0">
              <a:buFont typeface="Arial" panose="020B0604020202020204" pitchFamily="34" charset="0"/>
              <a:buNone/>
            </a:pPr>
            <a:endParaRPr lang="en-US" dirty="0"/>
          </a:p>
          <a:p>
            <a:endParaRPr 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0" name="Content Placeholder 2">
                <a:extLst>
                  <a:ext uri="{FF2B5EF4-FFF2-40B4-BE49-F238E27FC236}">
                    <a16:creationId xmlns:a16="http://schemas.microsoft.com/office/drawing/2014/main" id="{D2FCEA29-BA50-A9F7-658A-0D0D442EA179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990600" y="1547133"/>
                <a:ext cx="2979656" cy="4351338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en-US" dirty="0"/>
                  <a:t>T=5, N=300, K=2</a:t>
                </a:r>
              </a:p>
              <a:p>
                <a:pPr marL="0" indent="0">
                  <a:buFont typeface="Arial" panose="020B0604020202020204" pitchFamily="34" charset="0"/>
                  <a:buNone/>
                </a:pPr>
                <a:endParaRPr lang="en-US" dirty="0"/>
              </a:p>
              <a:p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l-GR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Σ</m:t>
                    </m:r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m>
                      <m:mPr>
                        <m:mcs>
                          <m:mc>
                            <m:mcPr>
                              <m:count m:val="2"/>
                              <m:mcJc m:val="center"/>
                            </m:mcPr>
                          </m:mc>
                        </m:mcs>
                        <m:ctrlPr>
                          <a:rPr lang="en-U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mPr>
                      <m:mr>
                        <m:e>
                          <m:r>
                            <m:rPr>
                              <m:brk m:alnAt="7"/>
                            </m:rPr>
                            <a:rPr lang="en-US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e>
                        <m:e>
                          <m:r>
                            <a:rPr lang="en-US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0.3</m:t>
                          </m:r>
                        </m:e>
                      </m:mr>
                      <m:mr>
                        <m:e>
                          <m:r>
                            <a:rPr lang="en-US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0.3</m:t>
                          </m:r>
                        </m:e>
                        <m:e>
                          <m:r>
                            <a:rPr lang="en-US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e>
                      </m:mr>
                    </m:m>
                  </m:oMath>
                </a14:m>
                <a:endParaRPr lang="en-US" dirty="0"/>
              </a:p>
              <a:p>
                <a:pPr marL="0" indent="0">
                  <a:buFont typeface="Arial" panose="020B0604020202020204" pitchFamily="34" charset="0"/>
                  <a:buNone/>
                </a:pPr>
                <a:endParaRPr lang="en-US" dirty="0"/>
              </a:p>
              <a:p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l-GR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Ω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m>
                      <m:mPr>
                        <m:mcs>
                          <m:mc>
                            <m:mcPr>
                              <m:count m:val="2"/>
                              <m:mcJc m:val="center"/>
                            </m:mcPr>
                          </m:mc>
                        </m:mcs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mPr>
                      <m:mr>
                        <m:e>
                          <m:r>
                            <m:rPr>
                              <m:brk m:alnAt="7"/>
                            </m:r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e>
                        <m:e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0</m:t>
                          </m:r>
                        </m:e>
                      </m:mr>
                      <m:mr>
                        <m:e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0</m:t>
                          </m:r>
                        </m:e>
                        <m:e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e>
                      </m:mr>
                    </m:m>
                  </m:oMath>
                </a14:m>
                <a:endParaRPr lang="en-US" dirty="0"/>
              </a:p>
              <a:p>
                <a:pPr marL="0" indent="0">
                  <a:buFont typeface="Arial" panose="020B0604020202020204" pitchFamily="34" charset="0"/>
                  <a:buNone/>
                </a:pPr>
                <a:endParaRPr lang="en-US" dirty="0"/>
              </a:p>
              <a:p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l-GR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Δ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m>
                      <m:mPr>
                        <m:mcs>
                          <m:mc>
                            <m:mcPr>
                              <m:count m:val="2"/>
                              <m:mcJc m:val="center"/>
                            </m:mcPr>
                          </m:mc>
                        </m:mcs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mPr>
                      <m:mr>
                        <m:e>
                          <m:r>
                            <m:rPr>
                              <m:brk m:alnAt="7"/>
                            </m:rPr>
                            <a:rPr lang="en-US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0.24</m:t>
                          </m:r>
                        </m:e>
                        <m:e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0.3</m:t>
                          </m:r>
                          <m:r>
                            <a:rPr lang="en-US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e>
                      </m:mr>
                      <m:mr>
                        <m:e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0.</m:t>
                          </m:r>
                          <m:r>
                            <a:rPr lang="en-US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02</m:t>
                          </m:r>
                        </m:e>
                        <m:e>
                          <m:r>
                            <a:rPr lang="en-US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0.38</m:t>
                          </m:r>
                        </m:e>
                      </m:mr>
                    </m:m>
                  </m:oMath>
                </a14:m>
                <a:endParaRPr lang="en-US" dirty="0"/>
              </a:p>
              <a:p>
                <a:pPr marL="0" indent="0">
                  <a:buFont typeface="Arial" panose="020B0604020202020204" pitchFamily="34" charset="0"/>
                  <a:buNone/>
                </a:pPr>
                <a:endParaRPr lang="en-US" dirty="0"/>
              </a:p>
              <a:p>
                <a:pPr marL="0" indent="0">
                  <a:buFont typeface="Arial" panose="020B0604020202020204" pitchFamily="34" charset="0"/>
                  <a:buNone/>
                </a:pPr>
                <a:endParaRPr lang="en-US" dirty="0"/>
              </a:p>
              <a:p>
                <a:endParaRPr lang="en-US" dirty="0"/>
              </a:p>
            </p:txBody>
          </p:sp>
        </mc:Choice>
        <mc:Fallback>
          <p:sp>
            <p:nvSpPr>
              <p:cNvPr id="10" name="Content Placeholder 2">
                <a:extLst>
                  <a:ext uri="{FF2B5EF4-FFF2-40B4-BE49-F238E27FC236}">
                    <a16:creationId xmlns:a16="http://schemas.microsoft.com/office/drawing/2014/main" id="{D2FCEA29-BA50-A9F7-658A-0D0D442EA17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0600" y="1547133"/>
                <a:ext cx="2979656" cy="4351338"/>
              </a:xfrm>
              <a:prstGeom prst="rect">
                <a:avLst/>
              </a:prstGeom>
              <a:blipFill>
                <a:blip r:embed="rId3"/>
                <a:stretch>
                  <a:fillRect l="-3689" t="-2521" r="-184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21722674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19F8B8-1FE7-51C3-9574-4DAFBBBD61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CLPM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26B6C6C-A9A9-F1D0-0D42-9F36640B9E3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8256" y="1992916"/>
            <a:ext cx="4260973" cy="2872168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10016F07-F3F3-98EC-8D02-9A897ACF539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46990" y="3429000"/>
            <a:ext cx="4260974" cy="2872168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BDA81B36-3CE9-B96A-CD03-E16943DA4F2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46990" y="556832"/>
            <a:ext cx="4260973" cy="2872168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C7430384-5BC8-63DC-3AC9-830E2690A4B5}"/>
              </a:ext>
            </a:extLst>
          </p:cNvPr>
          <p:cNvSpPr txBox="1"/>
          <p:nvPr/>
        </p:nvSpPr>
        <p:spPr>
          <a:xfrm>
            <a:off x="1361174" y="1657136"/>
            <a:ext cx="47348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Relative bias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4DCEDAB-E612-3C69-644F-7E2F1D1A5C07}"/>
              </a:ext>
            </a:extLst>
          </p:cNvPr>
          <p:cNvSpPr txBox="1"/>
          <p:nvPr/>
        </p:nvSpPr>
        <p:spPr>
          <a:xfrm>
            <a:off x="9807963" y="1489246"/>
            <a:ext cx="47348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S.E.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2F5A8A4-379F-875B-5A58-2758E93AD845}"/>
              </a:ext>
            </a:extLst>
          </p:cNvPr>
          <p:cNvSpPr txBox="1"/>
          <p:nvPr/>
        </p:nvSpPr>
        <p:spPr>
          <a:xfrm>
            <a:off x="9824587" y="4606274"/>
            <a:ext cx="47348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RMSE</a:t>
            </a:r>
          </a:p>
        </p:txBody>
      </p:sp>
    </p:spTree>
    <p:extLst>
      <p:ext uri="{BB962C8B-B14F-4D97-AF65-F5344CB8AC3E}">
        <p14:creationId xmlns:p14="http://schemas.microsoft.com/office/powerpoint/2010/main" val="29331092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1E7E0F-9BD2-212F-B7F2-9720ED54A3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405AE4-67E0-A467-3559-97121D8D36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RICLPM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69A50C3-5DF7-951D-225D-404B3EB9C479}"/>
              </a:ext>
            </a:extLst>
          </p:cNvPr>
          <p:cNvSpPr txBox="1"/>
          <p:nvPr/>
        </p:nvSpPr>
        <p:spPr>
          <a:xfrm>
            <a:off x="1361174" y="1657136"/>
            <a:ext cx="47348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Relative bias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3C77D17-5C71-322C-4E0E-F06B037037DA}"/>
              </a:ext>
            </a:extLst>
          </p:cNvPr>
          <p:cNvSpPr txBox="1"/>
          <p:nvPr/>
        </p:nvSpPr>
        <p:spPr>
          <a:xfrm>
            <a:off x="9807963" y="1489246"/>
            <a:ext cx="47348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S.E.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CAA02C4-127D-5350-0A4E-B0625E06596E}"/>
              </a:ext>
            </a:extLst>
          </p:cNvPr>
          <p:cNvSpPr txBox="1"/>
          <p:nvPr/>
        </p:nvSpPr>
        <p:spPr>
          <a:xfrm>
            <a:off x="9824587" y="4606274"/>
            <a:ext cx="47348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RMSE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C76FBA3-7518-3384-D494-2140E484AC9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529" y="2026468"/>
            <a:ext cx="4260974" cy="2872168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6578EB2A-E768-9F3D-6196-853B4932DF5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05167" y="3502383"/>
            <a:ext cx="4260974" cy="2872168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BE4ECB70-B56F-9196-CD1E-11EF4C82968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0326" y="703600"/>
            <a:ext cx="4185815" cy="28215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030675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932B87-CE05-1CF4-D478-E912629EA9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3C9461-E27C-8EA3-CCE9-E88B63115C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DPM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F71FDA2-C4BE-1B75-400F-09EBD3C8EA00}"/>
              </a:ext>
            </a:extLst>
          </p:cNvPr>
          <p:cNvSpPr txBox="1"/>
          <p:nvPr/>
        </p:nvSpPr>
        <p:spPr>
          <a:xfrm>
            <a:off x="1361174" y="1657136"/>
            <a:ext cx="47348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Relative bias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4943B6A-DCA1-EF65-BD70-649483895DA0}"/>
              </a:ext>
            </a:extLst>
          </p:cNvPr>
          <p:cNvSpPr txBox="1"/>
          <p:nvPr/>
        </p:nvSpPr>
        <p:spPr>
          <a:xfrm>
            <a:off x="9807963" y="1489246"/>
            <a:ext cx="47348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S.E.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0CB1C37-D2AA-933D-F72C-B35A963D68FE}"/>
              </a:ext>
            </a:extLst>
          </p:cNvPr>
          <p:cNvSpPr txBox="1"/>
          <p:nvPr/>
        </p:nvSpPr>
        <p:spPr>
          <a:xfrm>
            <a:off x="9824587" y="4606274"/>
            <a:ext cx="47348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RMSE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8C36641-6545-7C63-7F4E-BA93FEB2038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529" y="1992916"/>
            <a:ext cx="4260974" cy="2872168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64E8F078-A08D-A0C2-3B0E-DA5E25C1C84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46989" y="3354856"/>
            <a:ext cx="4260974" cy="2872168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71A664C6-C8E3-A96F-1716-C838908A400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46989" y="365125"/>
            <a:ext cx="4260974" cy="28721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222947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EFAB74-C127-3884-87CC-51BACBE6CF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65B79A-CF5E-C155-9F7B-4EDEA789D4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Compleet</a:t>
            </a:r>
            <a:endParaRPr lang="en-US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3B96DEA-9A6D-8C07-44B7-010F6ECFFFBC}"/>
              </a:ext>
            </a:extLst>
          </p:cNvPr>
          <p:cNvSpPr txBox="1"/>
          <p:nvPr/>
        </p:nvSpPr>
        <p:spPr>
          <a:xfrm>
            <a:off x="1361174" y="1657136"/>
            <a:ext cx="47348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Relative bias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B24FB66-9C98-5AC7-F6B9-C02B06369BE5}"/>
              </a:ext>
            </a:extLst>
          </p:cNvPr>
          <p:cNvSpPr txBox="1"/>
          <p:nvPr/>
        </p:nvSpPr>
        <p:spPr>
          <a:xfrm>
            <a:off x="9807963" y="1489246"/>
            <a:ext cx="47348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S.E.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5934A0A-5BCF-52A1-9BD5-773C2D7CCFE9}"/>
              </a:ext>
            </a:extLst>
          </p:cNvPr>
          <p:cNvSpPr txBox="1"/>
          <p:nvPr/>
        </p:nvSpPr>
        <p:spPr>
          <a:xfrm>
            <a:off x="9824587" y="4606274"/>
            <a:ext cx="47348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RMSE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6521E1E-2610-2BF9-72B4-78CB05BA48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2271840"/>
            <a:ext cx="4260974" cy="2872168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FFB3FD8F-A8FE-FC14-E0BA-12732B43EF1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46988" y="3667545"/>
            <a:ext cx="4260975" cy="2872169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39B6D6C7-446F-66F6-F201-FD1513706A3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46987" y="590383"/>
            <a:ext cx="4260975" cy="28721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255713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31</TotalTime>
  <Words>79</Words>
  <Application>Microsoft Office PowerPoint</Application>
  <PresentationFormat>Widescreen</PresentationFormat>
  <Paragraphs>36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Aptos</vt:lpstr>
      <vt:lpstr>Aptos Display</vt:lpstr>
      <vt:lpstr>Arial</vt:lpstr>
      <vt:lpstr>Cambria Math</vt:lpstr>
      <vt:lpstr>Office Theme</vt:lpstr>
      <vt:lpstr>Meeting 3/27/26</vt:lpstr>
      <vt:lpstr>Sim results vorige week (N=5000).</vt:lpstr>
      <vt:lpstr>DGM</vt:lpstr>
      <vt:lpstr>CLPM</vt:lpstr>
      <vt:lpstr>RICLPM</vt:lpstr>
      <vt:lpstr>DPM</vt:lpstr>
      <vt:lpstr>Compleet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Holten, E.D. van (Mano)</dc:creator>
  <cp:lastModifiedBy>Holten, E.D. van (Mano)</cp:lastModifiedBy>
  <cp:revision>4</cp:revision>
  <dcterms:created xsi:type="dcterms:W3CDTF">2026-03-27T08:27:47Z</dcterms:created>
  <dcterms:modified xsi:type="dcterms:W3CDTF">2026-03-27T08:59:31Z</dcterms:modified>
</cp:coreProperties>
</file>