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525" autoAdjust="0"/>
  </p:normalViewPr>
  <p:slideViewPr>
    <p:cSldViewPr snapToGrid="0">
      <p:cViewPr>
        <p:scale>
          <a:sx n="100" d="100"/>
          <a:sy n="100" d="100"/>
        </p:scale>
        <p:origin x="58" y="-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6288-BE69-F812-DC4A-96DEB183E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CDEF1-EE29-19DD-04D4-4CE63973B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AA4D2-276B-E545-03B9-AEE7944A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0960-7FAE-1C1A-922F-5BAFC308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19825-9C67-BF37-715C-49469E2D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5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2FC8A-D13E-8F2C-4C36-D8C8ADD3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F1459-2492-2F91-2984-62C4684F0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F4F5A-914F-AC17-4872-AC1DFE19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B45D2-0CF8-1314-CC0B-13C78DC0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226C0-8EC8-DC61-4259-8DB7E149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7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5192-C8B1-83B7-5789-64ED7E77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75240-AB37-4BA3-4118-EE4C8706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291B7-E362-B3A2-56DF-46C6575B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C9CFA-4319-1A2D-02B8-DA8F862D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AA707-270F-1CCB-1946-DF5232A7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8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F5345-FC6A-036E-9D40-5D019D30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6CFD8-7B4F-503D-7288-392B1EDC5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06D30-7F7E-D1DA-1259-71FFCA6D3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3BE7A-36D3-4389-1D55-3C4F4614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3ABF7-4F09-7D46-35C1-09E79446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557DC-6444-5D97-74EF-B3A94087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7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196C5-ACAD-6CE8-A8CB-7A7497892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B4294-4FE7-993B-DAF6-2CF122CC5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71BF4-D1E9-03A6-A1CC-46AB6196C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EE39B-B1F8-436A-FD67-B3F38CFF0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009A4-B1BA-A5D2-AB95-38F1B1EF8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7C253F-E2FB-F11F-A956-2F891ECA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B4A9DA-6B4D-68B1-29AD-EECEB4C2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8BD40E-529B-E787-CC3A-DF0AB2AE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6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ED77-2269-D6C7-E835-60EEA55A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D127D-1A1D-36A9-055E-71A18FFB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7C8E1-26BA-E96F-427A-C1CABD67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2C044-6A77-66A8-62AB-94CFBC6F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8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3D0C96-45AE-A34C-95B1-03E6EE05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6E7E5-F129-C446-BB10-03FFAD778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03246-226D-14C1-CAA5-E37294CA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3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3793B-D207-7154-2876-035F74EB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6B2C1-C843-1274-BA02-F7B88F5E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10482-2635-2816-525F-E1BD6B9B9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BDC2F-3E1B-5119-E2F8-4B05B781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5A589-3C14-F995-84C7-3D8A7E29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B1E96-D4F1-C63A-1CDD-98EC2FB8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C234-9AE3-77EE-649F-8DAED172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67BE-DC56-01DC-3058-1FB1D7A70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16DAF-B86B-174C-5135-434537B2C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185EA-0E0D-B4F8-2853-89F3DEFE3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BCAA-B321-70DD-55C0-5FECAFB4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70E13-A537-A38F-31BE-8F1D38C2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C932-7091-27D2-9BF0-AFF32435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3763C-8B61-D06E-5E99-9AE288D1C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73F46-68FB-C91A-D494-5E012665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987CA-847B-1F09-5976-6AEF6FB5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2F3FA-7874-B61C-9E49-431B81A7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6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ACBD8-80A4-CF68-6B67-839F28866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45A47-7D3F-E8DA-D01E-D34493D60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BF1C9-2146-6E5A-FDE9-43C2E021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0DAB3-EBD0-209B-67E0-FA92DF18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9D88F-B812-B656-E22A-0158C99B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8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7488A-28B5-8082-B67E-2663204F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B7F89-5126-FD57-589E-7CF8139DC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99DC-DC61-2B0D-E9AB-8114BBE51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FF67B1-DBFD-441F-8649-F5B99872A26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7F26-9CF8-ECA7-7163-BEDAFDAC8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B4340-6B29-55FF-5294-96FDA8E01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A6983-E6E9-49A5-B8C5-EA106D98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89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0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31" Type="http://schemas.openxmlformats.org/officeDocument/2006/relationships/image" Target="../media/image70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DBB8488-352D-1CC9-0000-3BE7B968BB1D}"/>
              </a:ext>
            </a:extLst>
          </p:cNvPr>
          <p:cNvGrpSpPr/>
          <p:nvPr/>
        </p:nvGrpSpPr>
        <p:grpSpPr>
          <a:xfrm>
            <a:off x="761289" y="1651000"/>
            <a:ext cx="10109912" cy="2652761"/>
            <a:chOff x="730782" y="2369574"/>
            <a:chExt cx="8128090" cy="1934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BD59B97-5869-51B1-A0FE-BC1DF9CE7EB5}"/>
                    </a:ext>
                  </a:extLst>
                </p:cNvPr>
                <p:cNvSpPr txBox="1"/>
                <p:nvPr/>
              </p:nvSpPr>
              <p:spPr>
                <a:xfrm>
                  <a:off x="2399071" y="2369574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BD59B97-5869-51B1-A0FE-BC1DF9CE7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9071" y="2369574"/>
                  <a:ext cx="74725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1D93A17-0C10-A627-3247-A838DA36C665}"/>
                    </a:ext>
                  </a:extLst>
                </p:cNvPr>
                <p:cNvSpPr txBox="1"/>
                <p:nvPr/>
              </p:nvSpPr>
              <p:spPr>
                <a:xfrm>
                  <a:off x="3822292" y="237940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1D93A17-0C10-A627-3247-A838DA36C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2292" y="2379406"/>
                  <a:ext cx="74725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15D69F6-E747-8D6A-8E42-2E7CA504EF23}"/>
                    </a:ext>
                  </a:extLst>
                </p:cNvPr>
                <p:cNvSpPr txBox="1"/>
                <p:nvPr/>
              </p:nvSpPr>
              <p:spPr>
                <a:xfrm>
                  <a:off x="8091955" y="237940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15D69F6-E747-8D6A-8E42-2E7CA504E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1955" y="2379406"/>
                  <a:ext cx="74725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FEEA968-B0C3-3B43-B643-BD0B4BF30344}"/>
                    </a:ext>
                  </a:extLst>
                </p:cNvPr>
                <p:cNvSpPr txBox="1"/>
                <p:nvPr/>
              </p:nvSpPr>
              <p:spPr>
                <a:xfrm>
                  <a:off x="6668734" y="237940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FEEA968-B0C3-3B43-B643-BD0B4BF30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8734" y="2379406"/>
                  <a:ext cx="74725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92C6A7C-21CC-BD9F-AC47-CA5A59FD5D1C}"/>
                    </a:ext>
                  </a:extLst>
                </p:cNvPr>
                <p:cNvSpPr txBox="1"/>
                <p:nvPr/>
              </p:nvSpPr>
              <p:spPr>
                <a:xfrm>
                  <a:off x="5245513" y="237940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92C6A7C-21CC-BD9F-AC47-CA5A59FD5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5513" y="2379406"/>
                  <a:ext cx="74725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ACB5EDF-1612-1D74-3202-F3C88381CD65}"/>
                    </a:ext>
                  </a:extLst>
                </p:cNvPr>
                <p:cNvSpPr txBox="1"/>
                <p:nvPr/>
              </p:nvSpPr>
              <p:spPr>
                <a:xfrm>
                  <a:off x="2418736" y="3924597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ACB5EDF-1612-1D74-3202-F3C88381C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8736" y="3924597"/>
                  <a:ext cx="74725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13CD42-CACE-EE27-91BE-7E2ADB417449}"/>
                    </a:ext>
                  </a:extLst>
                </p:cNvPr>
                <p:cNvSpPr txBox="1"/>
                <p:nvPr/>
              </p:nvSpPr>
              <p:spPr>
                <a:xfrm>
                  <a:off x="3841957" y="393442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13CD42-CACE-EE27-91BE-7E2ADB417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1957" y="3934429"/>
                  <a:ext cx="74725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FBAB43C-D9BE-6DB5-4FB3-2614D75FBF81}"/>
                    </a:ext>
                  </a:extLst>
                </p:cNvPr>
                <p:cNvSpPr txBox="1"/>
                <p:nvPr/>
              </p:nvSpPr>
              <p:spPr>
                <a:xfrm>
                  <a:off x="8111620" y="393442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FBAB43C-D9BE-6DB5-4FB3-2614D75FB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1620" y="3934429"/>
                  <a:ext cx="74725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D10F82-A68D-CAB0-EAD0-7799CD7B15A8}"/>
                    </a:ext>
                  </a:extLst>
                </p:cNvPr>
                <p:cNvSpPr txBox="1"/>
                <p:nvPr/>
              </p:nvSpPr>
              <p:spPr>
                <a:xfrm>
                  <a:off x="6688399" y="393442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D10F82-A68D-CAB0-EAD0-7799CD7B1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8399" y="3934429"/>
                  <a:ext cx="74725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F9A2882-0972-17AB-BD35-613ABC8DB21F}"/>
                    </a:ext>
                  </a:extLst>
                </p:cNvPr>
                <p:cNvSpPr txBox="1"/>
                <p:nvPr/>
              </p:nvSpPr>
              <p:spPr>
                <a:xfrm>
                  <a:off x="5265178" y="393442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F9A2882-0972-17AB-BD35-613ABC8DB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178" y="3934429"/>
                  <a:ext cx="74725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9A7E528-7E34-47E1-35EC-D059FD62A63B}"/>
                </a:ext>
              </a:extLst>
            </p:cNvPr>
            <p:cNvCxnSpPr>
              <a:cxnSpLocks/>
            </p:cNvCxnSpPr>
            <p:nvPr/>
          </p:nvCxnSpPr>
          <p:spPr>
            <a:xfrm>
              <a:off x="3038168" y="2564072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723FD7-826B-05B8-B197-4F0D954B66F8}"/>
                </a:ext>
              </a:extLst>
            </p:cNvPr>
            <p:cNvCxnSpPr>
              <a:cxnSpLocks/>
            </p:cNvCxnSpPr>
            <p:nvPr/>
          </p:nvCxnSpPr>
          <p:spPr>
            <a:xfrm>
              <a:off x="4458929" y="2564072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ED7F2F4-44A6-F8BB-E8E8-D8EFAD274AB4}"/>
                </a:ext>
              </a:extLst>
            </p:cNvPr>
            <p:cNvCxnSpPr>
              <a:cxnSpLocks/>
            </p:cNvCxnSpPr>
            <p:nvPr/>
          </p:nvCxnSpPr>
          <p:spPr>
            <a:xfrm>
              <a:off x="5864943" y="2564072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36FC873-4E8E-6B57-5CD1-7770C6867BA2}"/>
                </a:ext>
              </a:extLst>
            </p:cNvPr>
            <p:cNvCxnSpPr>
              <a:cxnSpLocks/>
            </p:cNvCxnSpPr>
            <p:nvPr/>
          </p:nvCxnSpPr>
          <p:spPr>
            <a:xfrm>
              <a:off x="7300452" y="2564072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B369B9C-5D92-B615-CD4D-90E51B71FC83}"/>
                </a:ext>
              </a:extLst>
            </p:cNvPr>
            <p:cNvCxnSpPr>
              <a:cxnSpLocks/>
            </p:cNvCxnSpPr>
            <p:nvPr/>
          </p:nvCxnSpPr>
          <p:spPr>
            <a:xfrm>
              <a:off x="3038168" y="4122484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120500A-264F-621A-C33C-C00DC29E5BFF}"/>
                </a:ext>
              </a:extLst>
            </p:cNvPr>
            <p:cNvCxnSpPr>
              <a:cxnSpLocks/>
            </p:cNvCxnSpPr>
            <p:nvPr/>
          </p:nvCxnSpPr>
          <p:spPr>
            <a:xfrm>
              <a:off x="4458929" y="4122484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87B5B3C-AF25-C541-0F06-ED6A32E22328}"/>
                </a:ext>
              </a:extLst>
            </p:cNvPr>
            <p:cNvCxnSpPr>
              <a:cxnSpLocks/>
            </p:cNvCxnSpPr>
            <p:nvPr/>
          </p:nvCxnSpPr>
          <p:spPr>
            <a:xfrm>
              <a:off x="5864943" y="4115421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2B7B97B-8F60-32C1-06D3-85C4E72BE557}"/>
                </a:ext>
              </a:extLst>
            </p:cNvPr>
            <p:cNvCxnSpPr>
              <a:cxnSpLocks/>
            </p:cNvCxnSpPr>
            <p:nvPr/>
          </p:nvCxnSpPr>
          <p:spPr>
            <a:xfrm>
              <a:off x="7300452" y="4109263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3E2B6A2-95A6-7200-F936-D6CC0E920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8168" y="2826632"/>
              <a:ext cx="899652" cy="1292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F825CEE-2039-F850-2A2F-0BB0E929B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4181" y="2826632"/>
              <a:ext cx="899652" cy="1292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79F9915-A174-DF06-1E3F-77262F96F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9691" y="2826632"/>
              <a:ext cx="899652" cy="1292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02B7E42-51BB-AD16-278A-4073FC830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452" y="2816800"/>
              <a:ext cx="899652" cy="1292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50870AA-5466-7DC1-D70C-AA6D8AED5DE4}"/>
                </a:ext>
              </a:extLst>
            </p:cNvPr>
            <p:cNvCxnSpPr>
              <a:cxnSpLocks/>
            </p:cNvCxnSpPr>
            <p:nvPr/>
          </p:nvCxnSpPr>
          <p:spPr>
            <a:xfrm>
              <a:off x="3040628" y="2564072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7F88ADB-791B-D6F6-DE29-A50E59991A5E}"/>
                </a:ext>
              </a:extLst>
            </p:cNvPr>
            <p:cNvCxnSpPr>
              <a:cxnSpLocks/>
            </p:cNvCxnSpPr>
            <p:nvPr/>
          </p:nvCxnSpPr>
          <p:spPr>
            <a:xfrm>
              <a:off x="4458929" y="2577629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432DB8B-E599-FE41-91A7-09E956614093}"/>
                </a:ext>
              </a:extLst>
            </p:cNvPr>
            <p:cNvCxnSpPr>
              <a:cxnSpLocks/>
            </p:cNvCxnSpPr>
            <p:nvPr/>
          </p:nvCxnSpPr>
          <p:spPr>
            <a:xfrm>
              <a:off x="5877230" y="2571706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C7E0C79-EBE8-0563-2862-1E5259D3EC7F}"/>
                </a:ext>
              </a:extLst>
            </p:cNvPr>
            <p:cNvCxnSpPr>
              <a:cxnSpLocks/>
            </p:cNvCxnSpPr>
            <p:nvPr/>
          </p:nvCxnSpPr>
          <p:spPr>
            <a:xfrm>
              <a:off x="7297995" y="2571522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8F70150-6C79-0A7C-655C-10913063B035}"/>
                    </a:ext>
                  </a:extLst>
                </p:cNvPr>
                <p:cNvSpPr txBox="1"/>
                <p:nvPr/>
              </p:nvSpPr>
              <p:spPr>
                <a:xfrm>
                  <a:off x="730782" y="3103530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8F70150-6C79-0A7C-655C-10913063B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782" y="3103530"/>
                  <a:ext cx="74725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F1CDB5D-CF1B-581E-EC33-4C673CFB2771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1478033" y="3242653"/>
              <a:ext cx="853441" cy="27169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9FD9BC13-827A-1824-CC42-105AA389D446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1478033" y="3242653"/>
              <a:ext cx="846068" cy="430083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EE78C4B-388C-A066-4B5F-FFBBAF3B2F01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V="1">
              <a:off x="1478033" y="2884536"/>
              <a:ext cx="805263" cy="358117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5A07ADC-F8CF-406E-913E-23721B68778E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1478033" y="3242653"/>
              <a:ext cx="725131" cy="866610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147999CF-EE13-E09A-6F19-B2A0B325CB8D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V="1">
              <a:off x="1478033" y="2554241"/>
              <a:ext cx="705466" cy="688412"/>
            </a:xfrm>
            <a:prstGeom prst="straightConnector1">
              <a:avLst/>
            </a:prstGeom>
            <a:ln>
              <a:solidFill>
                <a:schemeClr val="dk1">
                  <a:alpha val="90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8029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EAE36F5-D9E6-8172-F18C-D47336C61E16}"/>
              </a:ext>
            </a:extLst>
          </p:cNvPr>
          <p:cNvGrpSpPr/>
          <p:nvPr/>
        </p:nvGrpSpPr>
        <p:grpSpPr>
          <a:xfrm>
            <a:off x="1426865" y="2094053"/>
            <a:ext cx="9243675" cy="3587927"/>
            <a:chOff x="2277151" y="846286"/>
            <a:chExt cx="6440136" cy="2582714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376888-6D69-3363-7A3A-5110B6CE3314}"/>
                </a:ext>
              </a:extLst>
            </p:cNvPr>
            <p:cNvCxnSpPr>
              <a:cxnSpLocks/>
            </p:cNvCxnSpPr>
            <p:nvPr/>
          </p:nvCxnSpPr>
          <p:spPr>
            <a:xfrm>
              <a:off x="2937797" y="2709098"/>
              <a:ext cx="409846" cy="44736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63092282-E2D1-5CCF-19D0-F5076CB4471C}"/>
                    </a:ext>
                  </a:extLst>
                </p:cNvPr>
                <p:cNvSpPr txBox="1"/>
                <p:nvPr/>
              </p:nvSpPr>
              <p:spPr>
                <a:xfrm>
                  <a:off x="2277151" y="2505219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63092282-E2D1-5CCF-19D0-F5076CB44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7151" y="2505219"/>
                  <a:ext cx="74725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8DFC453-74CA-A056-174B-C849A971D740}"/>
                    </a:ext>
                  </a:extLst>
                </p:cNvPr>
                <p:cNvSpPr txBox="1"/>
                <p:nvPr/>
              </p:nvSpPr>
              <p:spPr>
                <a:xfrm>
                  <a:off x="3700372" y="2515051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8DFC453-74CA-A056-174B-C849A971D7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0372" y="2515051"/>
                  <a:ext cx="74725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04E3C6A-F7A4-ED2E-B7EF-C4DABCAC611D}"/>
                    </a:ext>
                  </a:extLst>
                </p:cNvPr>
                <p:cNvSpPr txBox="1"/>
                <p:nvPr/>
              </p:nvSpPr>
              <p:spPr>
                <a:xfrm>
                  <a:off x="7970035" y="2515051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04E3C6A-F7A4-ED2E-B7EF-C4DABCAC6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0035" y="2515051"/>
                  <a:ext cx="74725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97BBAFC-25A8-3605-1F74-E0BBBB67D61E}"/>
                    </a:ext>
                  </a:extLst>
                </p:cNvPr>
                <p:cNvSpPr txBox="1"/>
                <p:nvPr/>
              </p:nvSpPr>
              <p:spPr>
                <a:xfrm>
                  <a:off x="6546814" y="2515051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97BBAFC-25A8-3605-1F74-E0BBBB67D6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6814" y="2515051"/>
                  <a:ext cx="74725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209ECC2-F8BB-9A40-13FF-4251CAC56B45}"/>
                    </a:ext>
                  </a:extLst>
                </p:cNvPr>
                <p:cNvSpPr txBox="1"/>
                <p:nvPr/>
              </p:nvSpPr>
              <p:spPr>
                <a:xfrm>
                  <a:off x="6546814" y="856118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209ECC2-F8BB-9A40-13FF-4251CAC56B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6814" y="856118"/>
                  <a:ext cx="74725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AB31B6F0-23F6-970F-0D32-8115214A1771}"/>
                </a:ext>
              </a:extLst>
            </p:cNvPr>
            <p:cNvCxnSpPr>
              <a:cxnSpLocks/>
            </p:cNvCxnSpPr>
            <p:nvPr/>
          </p:nvCxnSpPr>
          <p:spPr>
            <a:xfrm>
              <a:off x="2916248" y="2699717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5F2DB00-2F77-D485-ABD5-1627234D474E}"/>
                </a:ext>
              </a:extLst>
            </p:cNvPr>
            <p:cNvCxnSpPr>
              <a:cxnSpLocks/>
            </p:cNvCxnSpPr>
            <p:nvPr/>
          </p:nvCxnSpPr>
          <p:spPr>
            <a:xfrm>
              <a:off x="4337009" y="2699717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4DBB121E-5868-B5C0-B8B1-5EF6A9B83611}"/>
                </a:ext>
              </a:extLst>
            </p:cNvPr>
            <p:cNvCxnSpPr>
              <a:cxnSpLocks/>
            </p:cNvCxnSpPr>
            <p:nvPr/>
          </p:nvCxnSpPr>
          <p:spPr>
            <a:xfrm>
              <a:off x="5743023" y="2699717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2FF0C49-8906-DF66-B31A-124F6BEE451E}"/>
                </a:ext>
              </a:extLst>
            </p:cNvPr>
            <p:cNvCxnSpPr>
              <a:cxnSpLocks/>
            </p:cNvCxnSpPr>
            <p:nvPr/>
          </p:nvCxnSpPr>
          <p:spPr>
            <a:xfrm>
              <a:off x="7178532" y="2699717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44C34FE-7B91-B4FE-2856-F88CF491A737}"/>
                    </a:ext>
                  </a:extLst>
                </p:cNvPr>
                <p:cNvSpPr txBox="1"/>
                <p:nvPr/>
              </p:nvSpPr>
              <p:spPr>
                <a:xfrm>
                  <a:off x="5215768" y="2530316"/>
                  <a:ext cx="74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44C34FE-7B91-B4FE-2856-F88CF491A7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5768" y="2530316"/>
                  <a:ext cx="74725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343B8EB-7A83-F7D6-58C3-F809BA543A15}"/>
                </a:ext>
              </a:extLst>
            </p:cNvPr>
            <p:cNvCxnSpPr>
              <a:cxnSpLocks/>
              <a:stCxn id="99" idx="2"/>
              <a:endCxn id="95" idx="0"/>
            </p:cNvCxnSpPr>
            <p:nvPr/>
          </p:nvCxnSpPr>
          <p:spPr>
            <a:xfrm flipH="1">
              <a:off x="2650777" y="1225450"/>
              <a:ext cx="4269663" cy="12797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34F95D17-2443-6A72-C1BD-DE79C53D7ED1}"/>
                </a:ext>
              </a:extLst>
            </p:cNvPr>
            <p:cNvCxnSpPr>
              <a:cxnSpLocks/>
              <a:stCxn id="99" idx="2"/>
              <a:endCxn id="96" idx="0"/>
            </p:cNvCxnSpPr>
            <p:nvPr/>
          </p:nvCxnSpPr>
          <p:spPr>
            <a:xfrm flipH="1">
              <a:off x="4073998" y="1225450"/>
              <a:ext cx="2846442" cy="12896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84277D18-95AB-A7F4-0FCC-0F97B8AA23A8}"/>
                </a:ext>
              </a:extLst>
            </p:cNvPr>
            <p:cNvCxnSpPr>
              <a:cxnSpLocks/>
              <a:stCxn id="99" idx="2"/>
              <a:endCxn id="108" idx="0"/>
            </p:cNvCxnSpPr>
            <p:nvPr/>
          </p:nvCxnSpPr>
          <p:spPr>
            <a:xfrm flipH="1">
              <a:off x="5589394" y="1225450"/>
              <a:ext cx="1331046" cy="1304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1C95AACE-4671-2A9B-E0A0-6EE5FDD42FD6}"/>
                </a:ext>
              </a:extLst>
            </p:cNvPr>
            <p:cNvCxnSpPr>
              <a:cxnSpLocks/>
              <a:stCxn id="99" idx="2"/>
              <a:endCxn id="98" idx="0"/>
            </p:cNvCxnSpPr>
            <p:nvPr/>
          </p:nvCxnSpPr>
          <p:spPr>
            <a:xfrm>
              <a:off x="6920440" y="1225450"/>
              <a:ext cx="0" cy="1289601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524FEE7F-AF48-F82B-43C2-74F7900630B5}"/>
                </a:ext>
              </a:extLst>
            </p:cNvPr>
            <p:cNvCxnSpPr>
              <a:cxnSpLocks/>
              <a:stCxn id="99" idx="2"/>
              <a:endCxn id="97" idx="0"/>
            </p:cNvCxnSpPr>
            <p:nvPr/>
          </p:nvCxnSpPr>
          <p:spPr>
            <a:xfrm>
              <a:off x="6920440" y="1225450"/>
              <a:ext cx="1423221" cy="1289601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A0D5913C-5C1D-EA15-4C1B-2452AF0B78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2589" y="2874551"/>
              <a:ext cx="410817" cy="42908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D608779-7FEB-7CBF-B111-27D15B607941}"/>
                </a:ext>
              </a:extLst>
            </p:cNvPr>
            <p:cNvCxnSpPr>
              <a:cxnSpLocks/>
            </p:cNvCxnSpPr>
            <p:nvPr/>
          </p:nvCxnSpPr>
          <p:spPr>
            <a:xfrm>
              <a:off x="4338232" y="2699717"/>
              <a:ext cx="409846" cy="44736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0FFBC44-53E4-5C83-B6A1-768E1EF2A2A0}"/>
                </a:ext>
              </a:extLst>
            </p:cNvPr>
            <p:cNvCxnSpPr>
              <a:cxnSpLocks/>
            </p:cNvCxnSpPr>
            <p:nvPr/>
          </p:nvCxnSpPr>
          <p:spPr>
            <a:xfrm>
              <a:off x="5743023" y="2700480"/>
              <a:ext cx="409846" cy="44736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0CADD4F-E050-75E2-276D-55657D0052F5}"/>
                </a:ext>
              </a:extLst>
            </p:cNvPr>
            <p:cNvCxnSpPr>
              <a:cxnSpLocks/>
            </p:cNvCxnSpPr>
            <p:nvPr/>
          </p:nvCxnSpPr>
          <p:spPr>
            <a:xfrm>
              <a:off x="7196397" y="2709098"/>
              <a:ext cx="409846" cy="44736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4BF6D77-F65B-7747-0E1F-F8A0A994C3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1671" y="2899648"/>
              <a:ext cx="410817" cy="42908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5B9CBB0-8182-CE7B-8C64-FCA7FC6747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5344" y="2941922"/>
              <a:ext cx="410817" cy="42908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F2D8098-F55A-B44A-04DB-3896B4A38E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31058" y="2999912"/>
              <a:ext cx="410817" cy="429088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C6237E9-B171-4E9E-F216-2D62A546CADF}"/>
                    </a:ext>
                  </a:extLst>
                </p:cNvPr>
                <p:cNvSpPr txBox="1"/>
                <p:nvPr/>
              </p:nvSpPr>
              <p:spPr>
                <a:xfrm>
                  <a:off x="3588336" y="846286"/>
                  <a:ext cx="9301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i="1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C6237E9-B171-4E9E-F216-2D62A546C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8336" y="846286"/>
                  <a:ext cx="93017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3E1A832-06B0-630D-D445-E2589D9D761C}"/>
                </a:ext>
              </a:extLst>
            </p:cNvPr>
            <p:cNvCxnSpPr>
              <a:cxnSpLocks/>
              <a:stCxn id="30" idx="2"/>
              <a:endCxn id="95" idx="0"/>
            </p:cNvCxnSpPr>
            <p:nvPr/>
          </p:nvCxnSpPr>
          <p:spPr>
            <a:xfrm flipH="1">
              <a:off x="2650777" y="1215618"/>
              <a:ext cx="1402647" cy="12896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1088224-2FA1-212D-FB2E-6E718A7B95A9}"/>
                </a:ext>
              </a:extLst>
            </p:cNvPr>
            <p:cNvCxnSpPr>
              <a:cxnSpLocks/>
              <a:stCxn id="30" idx="2"/>
              <a:endCxn id="96" idx="0"/>
            </p:cNvCxnSpPr>
            <p:nvPr/>
          </p:nvCxnSpPr>
          <p:spPr>
            <a:xfrm>
              <a:off x="4053424" y="1215618"/>
              <a:ext cx="20574" cy="1299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8A04C06-6858-6B65-9E45-00CA562D42D0}"/>
                </a:ext>
              </a:extLst>
            </p:cNvPr>
            <p:cNvCxnSpPr>
              <a:cxnSpLocks/>
              <a:stCxn id="30" idx="2"/>
              <a:endCxn id="108" idx="0"/>
            </p:cNvCxnSpPr>
            <p:nvPr/>
          </p:nvCxnSpPr>
          <p:spPr>
            <a:xfrm>
              <a:off x="4053424" y="1215618"/>
              <a:ext cx="1535969" cy="13146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EC58D86-D81A-1E2B-3A0F-AACC03DF7D90}"/>
                </a:ext>
              </a:extLst>
            </p:cNvPr>
            <p:cNvCxnSpPr>
              <a:cxnSpLocks/>
              <a:stCxn id="30" idx="2"/>
              <a:endCxn id="98" idx="0"/>
            </p:cNvCxnSpPr>
            <p:nvPr/>
          </p:nvCxnSpPr>
          <p:spPr>
            <a:xfrm>
              <a:off x="4053424" y="1215618"/>
              <a:ext cx="2867015" cy="1299433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C453B43-1A79-6FA4-CDF4-C42F95205526}"/>
                </a:ext>
              </a:extLst>
            </p:cNvPr>
            <p:cNvCxnSpPr>
              <a:cxnSpLocks/>
              <a:stCxn id="30" idx="2"/>
              <a:endCxn id="97" idx="0"/>
            </p:cNvCxnSpPr>
            <p:nvPr/>
          </p:nvCxnSpPr>
          <p:spPr>
            <a:xfrm>
              <a:off x="4053424" y="1215618"/>
              <a:ext cx="4290237" cy="1299433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F739617E-D460-6E2E-8313-D234D3814B5E}"/>
                </a:ext>
              </a:extLst>
            </p:cNvPr>
            <p:cNvCxnSpPr>
              <a:cxnSpLocks/>
              <a:endCxn id="30" idx="3"/>
            </p:cNvCxnSpPr>
            <p:nvPr/>
          </p:nvCxnSpPr>
          <p:spPr>
            <a:xfrm flipH="1">
              <a:off x="4518512" y="1017434"/>
              <a:ext cx="2209985" cy="135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F6D6339-8E02-DE6F-2ECB-6EEEB5BDD0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8167" y="1024814"/>
              <a:ext cx="563933" cy="1"/>
            </a:xfrm>
            <a:prstGeom prst="straightConnector1">
              <a:avLst/>
            </a:prstGeom>
            <a:ln>
              <a:gradFill flip="none" rotWithShape="1">
                <a:gsLst>
                  <a:gs pos="100000">
                    <a:schemeClr val="bg1"/>
                  </a:gs>
                  <a:gs pos="27000">
                    <a:schemeClr val="tx1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ysDot"/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573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D5ADA7D-C4D7-E153-FF66-9A90CD7B6852}"/>
              </a:ext>
            </a:extLst>
          </p:cNvPr>
          <p:cNvGrpSpPr/>
          <p:nvPr/>
        </p:nvGrpSpPr>
        <p:grpSpPr>
          <a:xfrm>
            <a:off x="1809750" y="1791505"/>
            <a:ext cx="7270750" cy="3288495"/>
            <a:chOff x="1809750" y="1791505"/>
            <a:chExt cx="4899862" cy="1934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9661ABF-EBC5-8867-DBAC-9EF1E450DBE9}"/>
                    </a:ext>
                  </a:extLst>
                </p:cNvPr>
                <p:cNvSpPr txBox="1"/>
                <p:nvPr/>
              </p:nvSpPr>
              <p:spPr>
                <a:xfrm>
                  <a:off x="4140806" y="1791505"/>
                  <a:ext cx="3816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9661ABF-EBC5-8867-DBAC-9EF1E450DB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806" y="1791505"/>
                  <a:ext cx="38165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2870F3F-3A24-1C4B-668D-CE0B0DE4A2F7}"/>
                    </a:ext>
                  </a:extLst>
                </p:cNvPr>
                <p:cNvSpPr txBox="1"/>
                <p:nvPr/>
              </p:nvSpPr>
              <p:spPr>
                <a:xfrm>
                  <a:off x="5547523" y="3356360"/>
                  <a:ext cx="3103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2870F3F-3A24-1C4B-668D-CE0B0DE4A2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523" y="3356360"/>
                  <a:ext cx="31037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5DCE22E-BDA0-D54A-B1B0-93E2717C2D5F}"/>
                </a:ext>
              </a:extLst>
            </p:cNvPr>
            <p:cNvCxnSpPr>
              <a:cxnSpLocks/>
            </p:cNvCxnSpPr>
            <p:nvPr/>
          </p:nvCxnSpPr>
          <p:spPr>
            <a:xfrm>
              <a:off x="4547419" y="1986003"/>
              <a:ext cx="952501" cy="13469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A377F4B-7489-9A74-FEC0-255E789410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7419" y="1976171"/>
              <a:ext cx="838200" cy="0"/>
            </a:xfrm>
            <a:prstGeom prst="straightConnector1">
              <a:avLst/>
            </a:prstGeom>
            <a:ln>
              <a:gradFill flip="none" rotWithShape="1">
                <a:gsLst>
                  <a:gs pos="100000">
                    <a:schemeClr val="tx1"/>
                  </a:gs>
                  <a:gs pos="100000">
                    <a:schemeClr val="bg1"/>
                  </a:gs>
                  <a:gs pos="0">
                    <a:schemeClr val="bg2"/>
                  </a:gs>
                  <a:gs pos="0">
                    <a:srgbClr val="FFFFFF"/>
                  </a:gs>
                  <a:gs pos="0">
                    <a:schemeClr val="bg1"/>
                  </a:gs>
                </a:gsLst>
                <a:lin ang="2700000" scaled="1"/>
                <a:tileRect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71A3353-4DB6-44E4-375A-3A8C3CB4B8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1412" y="2568694"/>
              <a:ext cx="661468" cy="787666"/>
            </a:xfrm>
            <a:prstGeom prst="straightConnector1">
              <a:avLst/>
            </a:prstGeom>
            <a:ln>
              <a:gradFill>
                <a:gsLst>
                  <a:gs pos="0">
                    <a:schemeClr val="tx1"/>
                  </a:gs>
                  <a:gs pos="100000">
                    <a:schemeClr val="bg1"/>
                  </a:gs>
                  <a:gs pos="10000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5236ACE-F3F8-094A-CC05-D8855F969F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1412" y="3541026"/>
              <a:ext cx="838200" cy="0"/>
            </a:xfrm>
            <a:prstGeom prst="straightConnector1">
              <a:avLst/>
            </a:prstGeom>
            <a:ln>
              <a:gradFill flip="none" rotWithShape="1">
                <a:gsLst>
                  <a:gs pos="100000">
                    <a:schemeClr val="tx1"/>
                  </a:gs>
                  <a:gs pos="100000">
                    <a:schemeClr val="bg1"/>
                  </a:gs>
                  <a:gs pos="0">
                    <a:schemeClr val="bg2"/>
                  </a:gs>
                  <a:gs pos="0">
                    <a:srgbClr val="FFFFFF"/>
                  </a:gs>
                  <a:gs pos="0">
                    <a:schemeClr val="bg1"/>
                  </a:gs>
                </a:gsLst>
                <a:lin ang="2700000" scaled="1"/>
                <a:tileRect/>
              </a:gradFill>
              <a:prstDash val="sysDot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5552725-8BB1-76CD-9B55-654F87ECCABF}"/>
                    </a:ext>
                  </a:extLst>
                </p:cNvPr>
                <p:cNvSpPr txBox="1"/>
                <p:nvPr/>
              </p:nvSpPr>
              <p:spPr>
                <a:xfrm>
                  <a:off x="2700297" y="3332969"/>
                  <a:ext cx="4048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5552725-8BB1-76CD-9B55-654F87ECC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297" y="3332969"/>
                  <a:ext cx="40488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954FFE9-4712-79A3-0768-0F94EBD09F1E}"/>
                    </a:ext>
                  </a:extLst>
                </p:cNvPr>
                <p:cNvSpPr txBox="1"/>
                <p:nvPr/>
              </p:nvSpPr>
              <p:spPr>
                <a:xfrm>
                  <a:off x="2720713" y="1795485"/>
                  <a:ext cx="3595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954FFE9-4712-79A3-0768-0F94EBD09F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0713" y="1795485"/>
                  <a:ext cx="35951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CA33400-7DE1-2F5C-A3A1-852D22AD344E}"/>
                    </a:ext>
                  </a:extLst>
                </p:cNvPr>
                <p:cNvSpPr txBox="1"/>
                <p:nvPr/>
              </p:nvSpPr>
              <p:spPr>
                <a:xfrm>
                  <a:off x="1809750" y="2582572"/>
                  <a:ext cx="8064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×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CA33400-7DE1-2F5C-A3A1-852D22AD3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750" y="2582572"/>
                  <a:ext cx="806450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48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FF4A8A7-BDC3-0972-9C10-2BC9B1F7B139}"/>
                </a:ext>
              </a:extLst>
            </p:cNvPr>
            <p:cNvCxnSpPr>
              <a:cxnSpLocks/>
              <a:stCxn id="39" idx="3"/>
              <a:endCxn id="22" idx="1"/>
            </p:cNvCxnSpPr>
            <p:nvPr/>
          </p:nvCxnSpPr>
          <p:spPr>
            <a:xfrm>
              <a:off x="2616200" y="2767238"/>
              <a:ext cx="2931323" cy="773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90F6AF4-ECFC-0AD8-F868-6E9CF5A7A4B6}"/>
                </a:ext>
              </a:extLst>
            </p:cNvPr>
            <p:cNvCxnSpPr>
              <a:cxnSpLocks/>
              <a:stCxn id="39" idx="3"/>
              <a:endCxn id="20" idx="1"/>
            </p:cNvCxnSpPr>
            <p:nvPr/>
          </p:nvCxnSpPr>
          <p:spPr>
            <a:xfrm flipV="1">
              <a:off x="2616200" y="1976171"/>
              <a:ext cx="1524606" cy="7910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4D9EE5A-1D3C-4856-C514-9BD53202DD62}"/>
                </a:ext>
              </a:extLst>
            </p:cNvPr>
            <p:cNvCxnSpPr>
              <a:cxnSpLocks/>
              <a:stCxn id="37" idx="3"/>
              <a:endCxn id="22" idx="1"/>
            </p:cNvCxnSpPr>
            <p:nvPr/>
          </p:nvCxnSpPr>
          <p:spPr>
            <a:xfrm>
              <a:off x="3105181" y="3517635"/>
              <a:ext cx="2442342" cy="233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FBDCFC0-87E5-5B89-8C5F-23CED12F9AED}"/>
                </a:ext>
              </a:extLst>
            </p:cNvPr>
            <p:cNvCxnSpPr>
              <a:cxnSpLocks/>
              <a:stCxn id="38" idx="3"/>
              <a:endCxn id="22" idx="1"/>
            </p:cNvCxnSpPr>
            <p:nvPr/>
          </p:nvCxnSpPr>
          <p:spPr>
            <a:xfrm>
              <a:off x="3080226" y="1980151"/>
              <a:ext cx="2467297" cy="15608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CD202C0-BBC5-793F-F87C-AFB94BF57EAE}"/>
                </a:ext>
              </a:extLst>
            </p:cNvPr>
            <p:cNvCxnSpPr>
              <a:cxnSpLocks/>
              <a:stCxn id="38" idx="3"/>
              <a:endCxn id="20" idx="1"/>
            </p:cNvCxnSpPr>
            <p:nvPr/>
          </p:nvCxnSpPr>
          <p:spPr>
            <a:xfrm flipV="1">
              <a:off x="3080226" y="1976171"/>
              <a:ext cx="1060580" cy="3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13471E6-EB1D-5B2E-2D2C-75B6985DF922}"/>
                </a:ext>
              </a:extLst>
            </p:cNvPr>
            <p:cNvCxnSpPr>
              <a:cxnSpLocks/>
              <a:stCxn id="37" idx="3"/>
              <a:endCxn id="20" idx="1"/>
            </p:cNvCxnSpPr>
            <p:nvPr/>
          </p:nvCxnSpPr>
          <p:spPr>
            <a:xfrm flipV="1">
              <a:off x="3105181" y="1976171"/>
              <a:ext cx="1035625" cy="15414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71ED1C2-D922-A778-944D-B74ABA11FB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7139" y="2108292"/>
              <a:ext cx="364161" cy="4773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D0B788C-1C2F-E19B-8B6F-52A365F17C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9925" y="2961053"/>
              <a:ext cx="386892" cy="419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171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D994F55-4E44-7F63-0681-7F3FE1EB5EC4}"/>
                  </a:ext>
                </a:extLst>
              </p:cNvPr>
              <p:cNvSpPr/>
              <p:nvPr/>
            </p:nvSpPr>
            <p:spPr>
              <a:xfrm>
                <a:off x="1755648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D994F55-4E44-7F63-0681-7F3FE1EB5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648" y="1828800"/>
                <a:ext cx="548640" cy="5212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54A7F4F-C7AE-C7AA-964D-1595C4D4DA8B}"/>
                  </a:ext>
                </a:extLst>
              </p:cNvPr>
              <p:cNvSpPr/>
              <p:nvPr/>
            </p:nvSpPr>
            <p:spPr>
              <a:xfrm>
                <a:off x="3412236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54A7F4F-C7AE-C7AA-964D-1595C4D4D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236" y="1828800"/>
                <a:ext cx="548640" cy="521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86FD24-187F-1E12-C0CD-A732AF7390FD}"/>
                  </a:ext>
                </a:extLst>
              </p:cNvPr>
              <p:cNvSpPr/>
              <p:nvPr/>
            </p:nvSpPr>
            <p:spPr>
              <a:xfrm>
                <a:off x="5068824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86FD24-187F-1E12-C0CD-A732AF739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824" y="1828800"/>
                <a:ext cx="548640" cy="521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C0AD92-E6CC-D87A-1F06-309CA9FAA608}"/>
                  </a:ext>
                </a:extLst>
              </p:cNvPr>
              <p:cNvSpPr/>
              <p:nvPr/>
            </p:nvSpPr>
            <p:spPr>
              <a:xfrm>
                <a:off x="6725412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C0AD92-E6CC-D87A-1F06-309CA9FAA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412" y="1828800"/>
                <a:ext cx="548640" cy="521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F2DF18A-B3CD-81A1-7E2B-6D552F0AEF04}"/>
                  </a:ext>
                </a:extLst>
              </p:cNvPr>
              <p:cNvSpPr/>
              <p:nvPr/>
            </p:nvSpPr>
            <p:spPr>
              <a:xfrm>
                <a:off x="8382000" y="1828800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F2DF18A-B3CD-81A1-7E2B-6D552F0AEF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1828800"/>
                <a:ext cx="548640" cy="5212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13C8DC-4C75-B3EC-FD6F-BDA7FD75BABB}"/>
                  </a:ext>
                </a:extLst>
              </p:cNvPr>
              <p:cNvSpPr/>
              <p:nvPr/>
            </p:nvSpPr>
            <p:spPr>
              <a:xfrm>
                <a:off x="1755648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13C8DC-4C75-B3EC-FD6F-BDA7FD75B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648" y="4247389"/>
                <a:ext cx="548640" cy="521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2E62204-A78A-7331-DE41-A0DCA02151D6}"/>
                  </a:ext>
                </a:extLst>
              </p:cNvPr>
              <p:cNvSpPr/>
              <p:nvPr/>
            </p:nvSpPr>
            <p:spPr>
              <a:xfrm>
                <a:off x="3412236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2E62204-A78A-7331-DE41-A0DCA02151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236" y="4247389"/>
                <a:ext cx="548640" cy="5212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5C5649-F813-8A20-E013-97F964545B33}"/>
                  </a:ext>
                </a:extLst>
              </p:cNvPr>
              <p:cNvSpPr/>
              <p:nvPr/>
            </p:nvSpPr>
            <p:spPr>
              <a:xfrm>
                <a:off x="5068824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5C5649-F813-8A20-E013-97F964545B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824" y="4247389"/>
                <a:ext cx="548640" cy="5212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D4AA8D6-4499-0A41-4245-22EBDE487C81}"/>
                  </a:ext>
                </a:extLst>
              </p:cNvPr>
              <p:cNvSpPr/>
              <p:nvPr/>
            </p:nvSpPr>
            <p:spPr>
              <a:xfrm>
                <a:off x="6725412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D4AA8D6-4499-0A41-4245-22EBDE487C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412" y="4247389"/>
                <a:ext cx="548640" cy="5212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D70CFF-66CD-0062-0B28-E02AB686F127}"/>
                  </a:ext>
                </a:extLst>
              </p:cNvPr>
              <p:cNvSpPr/>
              <p:nvPr/>
            </p:nvSpPr>
            <p:spPr>
              <a:xfrm>
                <a:off x="8382000" y="4247389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D70CFF-66CD-0062-0B28-E02AB686F1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4247389"/>
                <a:ext cx="548640" cy="5212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041BB01-CD87-C9D6-EF22-686BE9DEAE04}"/>
                  </a:ext>
                </a:extLst>
              </p:cNvPr>
              <p:cNvSpPr/>
              <p:nvPr/>
            </p:nvSpPr>
            <p:spPr>
              <a:xfrm>
                <a:off x="3412236" y="261061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041BB01-CD87-C9D6-EF22-686BE9DEAE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236" y="2610611"/>
                <a:ext cx="548640" cy="52120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09F0F4E-26A5-78C1-952F-06E3C537A155}"/>
                  </a:ext>
                </a:extLst>
              </p:cNvPr>
              <p:cNvSpPr/>
              <p:nvPr/>
            </p:nvSpPr>
            <p:spPr>
              <a:xfrm>
                <a:off x="5068824" y="261061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09F0F4E-26A5-78C1-952F-06E3C537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824" y="2610611"/>
                <a:ext cx="548640" cy="52120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5762B83-33AF-6DC6-F62E-33AA942D7D7C}"/>
                  </a:ext>
                </a:extLst>
              </p:cNvPr>
              <p:cNvSpPr/>
              <p:nvPr/>
            </p:nvSpPr>
            <p:spPr>
              <a:xfrm>
                <a:off x="6725412" y="261061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5762B83-33AF-6DC6-F62E-33AA942D7D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412" y="2610611"/>
                <a:ext cx="548640" cy="52120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E5A17BD-8C9E-2F9F-0A16-CCEC24EB9675}"/>
                  </a:ext>
                </a:extLst>
              </p:cNvPr>
              <p:cNvSpPr/>
              <p:nvPr/>
            </p:nvSpPr>
            <p:spPr>
              <a:xfrm>
                <a:off x="8382000" y="261061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E5A17BD-8C9E-2F9F-0A16-CCEC24EB96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610611"/>
                <a:ext cx="548640" cy="52120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A95460B-7EC4-B671-FD2E-CFE93EFBC4D1}"/>
                  </a:ext>
                </a:extLst>
              </p:cNvPr>
              <p:cNvSpPr/>
              <p:nvPr/>
            </p:nvSpPr>
            <p:spPr>
              <a:xfrm>
                <a:off x="3412236" y="346100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A95460B-7EC4-B671-FD2E-CFE93EFBC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236" y="3461005"/>
                <a:ext cx="548640" cy="52120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0730EBA-7677-0F67-6943-C9C920CA291E}"/>
                  </a:ext>
                </a:extLst>
              </p:cNvPr>
              <p:cNvSpPr/>
              <p:nvPr/>
            </p:nvSpPr>
            <p:spPr>
              <a:xfrm>
                <a:off x="5068824" y="346100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0730EBA-7677-0F67-6943-C9C920CA29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824" y="3461005"/>
                <a:ext cx="548640" cy="52120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4B9B0E4-D226-80DE-8664-11A0950AC2F7}"/>
                  </a:ext>
                </a:extLst>
              </p:cNvPr>
              <p:cNvSpPr/>
              <p:nvPr/>
            </p:nvSpPr>
            <p:spPr>
              <a:xfrm>
                <a:off x="6725412" y="346100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4B9B0E4-D226-80DE-8664-11A0950AC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412" y="3461005"/>
                <a:ext cx="548640" cy="52120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163F540-B57F-30FF-DB5D-CDE31CA30B90}"/>
                  </a:ext>
                </a:extLst>
              </p:cNvPr>
              <p:cNvSpPr/>
              <p:nvPr/>
            </p:nvSpPr>
            <p:spPr>
              <a:xfrm>
                <a:off x="8382000" y="346100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163F540-B57F-30FF-DB5D-CDE31CA30B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3461005"/>
                <a:ext cx="548640" cy="521208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7807072-51DC-D569-8D7E-2E89A50ECCE3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304288" y="2089404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06F7BC-20E8-8FE8-4328-02CA4A0B27A8}"/>
              </a:ext>
            </a:extLst>
          </p:cNvPr>
          <p:cNvCxnSpPr>
            <a:cxnSpLocks/>
          </p:cNvCxnSpPr>
          <p:nvPr/>
        </p:nvCxnSpPr>
        <p:spPr>
          <a:xfrm>
            <a:off x="3960876" y="2089404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3BC7CC7-1551-2EF9-0121-F135A870E9E7}"/>
              </a:ext>
            </a:extLst>
          </p:cNvPr>
          <p:cNvCxnSpPr>
            <a:cxnSpLocks/>
          </p:cNvCxnSpPr>
          <p:nvPr/>
        </p:nvCxnSpPr>
        <p:spPr>
          <a:xfrm>
            <a:off x="5617464" y="211836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BC90EE-A5DD-C5CD-4AAD-A01253275A54}"/>
              </a:ext>
            </a:extLst>
          </p:cNvPr>
          <p:cNvCxnSpPr>
            <a:cxnSpLocks/>
          </p:cNvCxnSpPr>
          <p:nvPr/>
        </p:nvCxnSpPr>
        <p:spPr>
          <a:xfrm>
            <a:off x="7274052" y="211836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28DECC-86E1-9F41-CB1A-A7D55A265A7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304288" y="450799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A11FFE-29DF-4ED2-F8D7-DF28B044C28A}"/>
              </a:ext>
            </a:extLst>
          </p:cNvPr>
          <p:cNvCxnSpPr>
            <a:cxnSpLocks/>
          </p:cNvCxnSpPr>
          <p:nvPr/>
        </p:nvCxnSpPr>
        <p:spPr>
          <a:xfrm>
            <a:off x="3960876" y="451409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FE390EA-6E3E-5097-B1E8-80EF03D524DE}"/>
              </a:ext>
            </a:extLst>
          </p:cNvPr>
          <p:cNvCxnSpPr>
            <a:cxnSpLocks/>
          </p:cNvCxnSpPr>
          <p:nvPr/>
        </p:nvCxnSpPr>
        <p:spPr>
          <a:xfrm>
            <a:off x="5617464" y="450799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87A9412-C92C-E6E2-3B87-4C6E0E3E1C3E}"/>
              </a:ext>
            </a:extLst>
          </p:cNvPr>
          <p:cNvCxnSpPr>
            <a:cxnSpLocks/>
          </p:cNvCxnSpPr>
          <p:nvPr/>
        </p:nvCxnSpPr>
        <p:spPr>
          <a:xfrm>
            <a:off x="7274052" y="450799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D9E051D-96BD-C1BF-CF77-3CD439C91137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304288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3A46AD4-CBCF-C31D-569F-70408E5EEE7B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 flipV="1">
            <a:off x="3960876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C825031-A3D4-79EE-65ED-91455B934ED1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5617464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F49E2AA-E2DC-8B6E-978C-415E86C58C2D}"/>
              </a:ext>
            </a:extLst>
          </p:cNvPr>
          <p:cNvCxnSpPr>
            <a:cxnSpLocks/>
          </p:cNvCxnSpPr>
          <p:nvPr/>
        </p:nvCxnSpPr>
        <p:spPr>
          <a:xfrm flipV="1">
            <a:off x="7274052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7CD3340-28EA-6B8E-BEE1-C75C619DEB77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2304288" y="208940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00EE79C-3FC5-1FB4-7FCD-3555E55239CF}"/>
              </a:ext>
            </a:extLst>
          </p:cNvPr>
          <p:cNvCxnSpPr>
            <a:cxnSpLocks/>
          </p:cNvCxnSpPr>
          <p:nvPr/>
        </p:nvCxnSpPr>
        <p:spPr>
          <a:xfrm>
            <a:off x="3966210" y="2101599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5C6B2C1-B30A-0C2D-C4EA-2A9CC09AE0BC}"/>
              </a:ext>
            </a:extLst>
          </p:cNvPr>
          <p:cNvCxnSpPr>
            <a:cxnSpLocks/>
          </p:cNvCxnSpPr>
          <p:nvPr/>
        </p:nvCxnSpPr>
        <p:spPr>
          <a:xfrm>
            <a:off x="5617464" y="2101599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7E4B2CA-45ED-9356-E44A-A01560ABA4E1}"/>
              </a:ext>
            </a:extLst>
          </p:cNvPr>
          <p:cNvCxnSpPr>
            <a:cxnSpLocks/>
          </p:cNvCxnSpPr>
          <p:nvPr/>
        </p:nvCxnSpPr>
        <p:spPr>
          <a:xfrm>
            <a:off x="7279386" y="2118360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153A78C-3C2F-CFA6-E82D-8FE012D95325}"/>
              </a:ext>
            </a:extLst>
          </p:cNvPr>
          <p:cNvCxnSpPr>
            <a:cxnSpLocks/>
            <a:stCxn id="29" idx="4"/>
            <a:endCxn id="11" idx="0"/>
          </p:cNvCxnSpPr>
          <p:nvPr/>
        </p:nvCxnSpPr>
        <p:spPr>
          <a:xfrm>
            <a:off x="3686556" y="398221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A3BEBEA-A77F-C3F1-030A-E34399AE1393}"/>
              </a:ext>
            </a:extLst>
          </p:cNvPr>
          <p:cNvCxnSpPr>
            <a:cxnSpLocks/>
          </p:cNvCxnSpPr>
          <p:nvPr/>
        </p:nvCxnSpPr>
        <p:spPr>
          <a:xfrm>
            <a:off x="5343144" y="3982214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EFF8A41-2B5F-2419-B0D6-74276D11B45C}"/>
              </a:ext>
            </a:extLst>
          </p:cNvPr>
          <p:cNvCxnSpPr>
            <a:cxnSpLocks/>
          </p:cNvCxnSpPr>
          <p:nvPr/>
        </p:nvCxnSpPr>
        <p:spPr>
          <a:xfrm>
            <a:off x="6999732" y="398221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8B5F686-A95B-5F3F-83FE-60185B4FBAB0}"/>
              </a:ext>
            </a:extLst>
          </p:cNvPr>
          <p:cNvCxnSpPr>
            <a:cxnSpLocks/>
          </p:cNvCxnSpPr>
          <p:nvPr/>
        </p:nvCxnSpPr>
        <p:spPr>
          <a:xfrm>
            <a:off x="8656320" y="398221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E67A289-A51F-BB75-3E27-63FE75F5A2E7}"/>
              </a:ext>
            </a:extLst>
          </p:cNvPr>
          <p:cNvCxnSpPr>
            <a:cxnSpLocks/>
            <a:stCxn id="16" idx="0"/>
            <a:endCxn id="5" idx="2"/>
          </p:cNvCxnSpPr>
          <p:nvPr/>
        </p:nvCxnSpPr>
        <p:spPr>
          <a:xfrm flipV="1">
            <a:off x="3686556" y="235000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60F2B50-25CE-5CA8-BDB9-D3A209158763}"/>
              </a:ext>
            </a:extLst>
          </p:cNvPr>
          <p:cNvCxnSpPr>
            <a:cxnSpLocks/>
          </p:cNvCxnSpPr>
          <p:nvPr/>
        </p:nvCxnSpPr>
        <p:spPr>
          <a:xfrm flipV="1">
            <a:off x="5343144" y="235000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ACC1E95-5328-D279-0C2B-389D02287A33}"/>
              </a:ext>
            </a:extLst>
          </p:cNvPr>
          <p:cNvCxnSpPr>
            <a:cxnSpLocks/>
          </p:cNvCxnSpPr>
          <p:nvPr/>
        </p:nvCxnSpPr>
        <p:spPr>
          <a:xfrm flipV="1">
            <a:off x="6999732" y="235000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C7B859B-ABCE-02B6-1B92-3F423E568EDA}"/>
              </a:ext>
            </a:extLst>
          </p:cNvPr>
          <p:cNvCxnSpPr>
            <a:cxnSpLocks/>
          </p:cNvCxnSpPr>
          <p:nvPr/>
        </p:nvCxnSpPr>
        <p:spPr>
          <a:xfrm flipV="1">
            <a:off x="8670036" y="235000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65520A80-5001-419F-7A8C-D68FD94B5819}"/>
              </a:ext>
            </a:extLst>
          </p:cNvPr>
          <p:cNvCxnSpPr>
            <a:stCxn id="16" idx="6"/>
            <a:endCxn id="29" idx="6"/>
          </p:cNvCxnSpPr>
          <p:nvPr/>
        </p:nvCxnSpPr>
        <p:spPr>
          <a:xfrm>
            <a:off x="3960876" y="2871215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F9EC35F5-07CD-BAF9-7FDF-5408CE65FB09}"/>
              </a:ext>
            </a:extLst>
          </p:cNvPr>
          <p:cNvCxnSpPr/>
          <p:nvPr/>
        </p:nvCxnSpPr>
        <p:spPr>
          <a:xfrm>
            <a:off x="5602097" y="2875028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A9BD18FF-90FE-F13D-9C9A-6975B683F86C}"/>
              </a:ext>
            </a:extLst>
          </p:cNvPr>
          <p:cNvCxnSpPr/>
          <p:nvPr/>
        </p:nvCxnSpPr>
        <p:spPr>
          <a:xfrm>
            <a:off x="7267702" y="2929126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06B0286F-1E23-C4CA-992E-D14D872081A8}"/>
              </a:ext>
            </a:extLst>
          </p:cNvPr>
          <p:cNvCxnSpPr/>
          <p:nvPr/>
        </p:nvCxnSpPr>
        <p:spPr>
          <a:xfrm>
            <a:off x="8924290" y="2912363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972246A5-46B8-4466-B09C-488B249C72A5}"/>
              </a:ext>
            </a:extLst>
          </p:cNvPr>
          <p:cNvCxnSpPr>
            <a:cxnSpLocks/>
            <a:stCxn id="4" idx="1"/>
            <a:endCxn id="10" idx="1"/>
          </p:cNvCxnSpPr>
          <p:nvPr/>
        </p:nvCxnSpPr>
        <p:spPr>
          <a:xfrm rot="10800000" flipV="1">
            <a:off x="1755648" y="2089403"/>
            <a:ext cx="12700" cy="2418589"/>
          </a:xfrm>
          <a:prstGeom prst="curvedConnector3">
            <a:avLst>
              <a:gd name="adj1" fmla="val 378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Arc 104">
            <a:extLst>
              <a:ext uri="{FF2B5EF4-FFF2-40B4-BE49-F238E27FC236}">
                <a16:creationId xmlns:a16="http://schemas.microsoft.com/office/drawing/2014/main" id="{51A27D13-9BCF-8461-688A-EF23A65BCC33}"/>
              </a:ext>
            </a:extLst>
          </p:cNvPr>
          <p:cNvSpPr/>
          <p:nvPr/>
        </p:nvSpPr>
        <p:spPr>
          <a:xfrm>
            <a:off x="1609725" y="169544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Arc 105">
            <a:extLst>
              <a:ext uri="{FF2B5EF4-FFF2-40B4-BE49-F238E27FC236}">
                <a16:creationId xmlns:a16="http://schemas.microsoft.com/office/drawing/2014/main" id="{A8F2753B-76FA-A3B0-4EF5-94C9B570A775}"/>
              </a:ext>
            </a:extLst>
          </p:cNvPr>
          <p:cNvSpPr/>
          <p:nvPr/>
        </p:nvSpPr>
        <p:spPr>
          <a:xfrm rot="16200000">
            <a:off x="1612900" y="471195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Arc 106">
            <a:extLst>
              <a:ext uri="{FF2B5EF4-FFF2-40B4-BE49-F238E27FC236}">
                <a16:creationId xmlns:a16="http://schemas.microsoft.com/office/drawing/2014/main" id="{453D1F46-7689-C7D4-BDE9-FF352A06EDE2}"/>
              </a:ext>
            </a:extLst>
          </p:cNvPr>
          <p:cNvSpPr/>
          <p:nvPr/>
        </p:nvSpPr>
        <p:spPr>
          <a:xfrm rot="16656549">
            <a:off x="3297603" y="2981700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Arc 114">
            <a:extLst>
              <a:ext uri="{FF2B5EF4-FFF2-40B4-BE49-F238E27FC236}">
                <a16:creationId xmlns:a16="http://schemas.microsoft.com/office/drawing/2014/main" id="{6EA23B10-78DB-5861-1881-4938C51BC539}"/>
              </a:ext>
            </a:extLst>
          </p:cNvPr>
          <p:cNvSpPr/>
          <p:nvPr/>
        </p:nvSpPr>
        <p:spPr>
          <a:xfrm rot="16656549">
            <a:off x="4939840" y="298623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188A7573-1406-C058-C699-BC629A16E5F5}"/>
              </a:ext>
            </a:extLst>
          </p:cNvPr>
          <p:cNvSpPr/>
          <p:nvPr/>
        </p:nvSpPr>
        <p:spPr>
          <a:xfrm rot="16656549">
            <a:off x="6604429" y="298512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Arc 116">
            <a:extLst>
              <a:ext uri="{FF2B5EF4-FFF2-40B4-BE49-F238E27FC236}">
                <a16:creationId xmlns:a16="http://schemas.microsoft.com/office/drawing/2014/main" id="{D3CFE1AF-9F80-251F-D61A-C18E7227E5FC}"/>
              </a:ext>
            </a:extLst>
          </p:cNvPr>
          <p:cNvSpPr/>
          <p:nvPr/>
        </p:nvSpPr>
        <p:spPr>
          <a:xfrm rot="16656549">
            <a:off x="8264699" y="298900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Arc 117">
            <a:extLst>
              <a:ext uri="{FF2B5EF4-FFF2-40B4-BE49-F238E27FC236}">
                <a16:creationId xmlns:a16="http://schemas.microsoft.com/office/drawing/2014/main" id="{B483FCD4-4B75-35A7-6D1A-F1A0038C60B9}"/>
              </a:ext>
            </a:extLst>
          </p:cNvPr>
          <p:cNvSpPr/>
          <p:nvPr/>
        </p:nvSpPr>
        <p:spPr>
          <a:xfrm rot="21412025">
            <a:off x="3297602" y="3393708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Arc 118">
            <a:extLst>
              <a:ext uri="{FF2B5EF4-FFF2-40B4-BE49-F238E27FC236}">
                <a16:creationId xmlns:a16="http://schemas.microsoft.com/office/drawing/2014/main" id="{985C9557-75D9-25FE-6812-EBDD190DEC8D}"/>
              </a:ext>
            </a:extLst>
          </p:cNvPr>
          <p:cNvSpPr/>
          <p:nvPr/>
        </p:nvSpPr>
        <p:spPr>
          <a:xfrm rot="21412025">
            <a:off x="4939839" y="3403145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Arc 119">
            <a:extLst>
              <a:ext uri="{FF2B5EF4-FFF2-40B4-BE49-F238E27FC236}">
                <a16:creationId xmlns:a16="http://schemas.microsoft.com/office/drawing/2014/main" id="{A6CC18D8-004F-3D5E-883D-A84B22F10D14}"/>
              </a:ext>
            </a:extLst>
          </p:cNvPr>
          <p:cNvSpPr/>
          <p:nvPr/>
        </p:nvSpPr>
        <p:spPr>
          <a:xfrm rot="21412025">
            <a:off x="6599773" y="340314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Arc 120">
            <a:extLst>
              <a:ext uri="{FF2B5EF4-FFF2-40B4-BE49-F238E27FC236}">
                <a16:creationId xmlns:a16="http://schemas.microsoft.com/office/drawing/2014/main" id="{C865D623-260B-4000-DE98-0C75601BD343}"/>
              </a:ext>
            </a:extLst>
          </p:cNvPr>
          <p:cNvSpPr/>
          <p:nvPr/>
        </p:nvSpPr>
        <p:spPr>
          <a:xfrm rot="21412025">
            <a:off x="8260044" y="3396853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0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1CA53-ACE2-A9DE-1783-B67340A8F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45B9F5-A587-638D-9A3C-BFD904D96B6F}"/>
                  </a:ext>
                </a:extLst>
              </p:cNvPr>
              <p:cNvSpPr/>
              <p:nvPr/>
            </p:nvSpPr>
            <p:spPr>
              <a:xfrm>
                <a:off x="2955798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45B9F5-A587-638D-9A3C-BFD904D96B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798" y="1847850"/>
                <a:ext cx="548640" cy="521208"/>
              </a:xfrm>
              <a:prstGeom prst="ellipse">
                <a:avLst/>
              </a:prstGeom>
              <a:blipFill>
                <a:blip r:embed="rId2"/>
                <a:stretch>
                  <a:fillRect l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B84D32-ABB2-E53B-332F-76AE0BCF55F0}"/>
                  </a:ext>
                </a:extLst>
              </p:cNvPr>
              <p:cNvSpPr/>
              <p:nvPr/>
            </p:nvSpPr>
            <p:spPr>
              <a:xfrm>
                <a:off x="4612386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B84D32-ABB2-E53B-332F-76AE0BCF55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86" y="1847850"/>
                <a:ext cx="548640" cy="521208"/>
              </a:xfrm>
              <a:prstGeom prst="ellipse">
                <a:avLst/>
              </a:prstGeom>
              <a:blipFill>
                <a:blip r:embed="rId3"/>
                <a:stretch>
                  <a:fillRect l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BBE62AE-2292-CD93-F36C-9E4DF3276CDB}"/>
                  </a:ext>
                </a:extLst>
              </p:cNvPr>
              <p:cNvSpPr/>
              <p:nvPr/>
            </p:nvSpPr>
            <p:spPr>
              <a:xfrm>
                <a:off x="6268974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BBE62AE-2292-CD93-F36C-9E4DF3276C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74" y="1847850"/>
                <a:ext cx="548640" cy="521208"/>
              </a:xfrm>
              <a:prstGeom prst="ellipse">
                <a:avLst/>
              </a:prstGeom>
              <a:blipFill>
                <a:blip r:embed="rId4"/>
                <a:stretch>
                  <a:fillRect l="-21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6555960-3DA0-8186-46BA-E2C9BA1579B5}"/>
                  </a:ext>
                </a:extLst>
              </p:cNvPr>
              <p:cNvSpPr/>
              <p:nvPr/>
            </p:nvSpPr>
            <p:spPr>
              <a:xfrm>
                <a:off x="7925562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6555960-3DA0-8186-46BA-E2C9BA157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562" y="1847850"/>
                <a:ext cx="548640" cy="521208"/>
              </a:xfrm>
              <a:prstGeom prst="ellipse">
                <a:avLst/>
              </a:prstGeom>
              <a:blipFill>
                <a:blip r:embed="rId5"/>
                <a:stretch>
                  <a:fillRect l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B4AF5C6-B591-B155-72D0-DE406452483D}"/>
                  </a:ext>
                </a:extLst>
              </p:cNvPr>
              <p:cNvSpPr/>
              <p:nvPr/>
            </p:nvSpPr>
            <p:spPr>
              <a:xfrm>
                <a:off x="9582150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B4AF5C6-B591-B155-72D0-DE4064524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50" y="1847850"/>
                <a:ext cx="548640" cy="521208"/>
              </a:xfrm>
              <a:prstGeom prst="ellipse">
                <a:avLst/>
              </a:prstGeom>
              <a:blipFill>
                <a:blip r:embed="rId6"/>
                <a:stretch>
                  <a:fillRect l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0754FC9-8027-BC5F-6CE6-7288C829A8F8}"/>
                  </a:ext>
                </a:extLst>
              </p:cNvPr>
              <p:cNvSpPr/>
              <p:nvPr/>
            </p:nvSpPr>
            <p:spPr>
              <a:xfrm>
                <a:off x="2955798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0754FC9-8027-BC5F-6CE6-7288C829A8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798" y="4266439"/>
                <a:ext cx="548640" cy="521208"/>
              </a:xfrm>
              <a:prstGeom prst="ellipse">
                <a:avLst/>
              </a:prstGeom>
              <a:blipFill>
                <a:blip r:embed="rId7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A7BD8FD-0FA7-B346-94D5-3BB340B674A6}"/>
                  </a:ext>
                </a:extLst>
              </p:cNvPr>
              <p:cNvSpPr/>
              <p:nvPr/>
            </p:nvSpPr>
            <p:spPr>
              <a:xfrm>
                <a:off x="4612386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A7BD8FD-0FA7-B346-94D5-3BB340B67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86" y="4266439"/>
                <a:ext cx="548640" cy="521208"/>
              </a:xfrm>
              <a:prstGeom prst="ellipse">
                <a:avLst/>
              </a:prstGeom>
              <a:blipFill>
                <a:blip r:embed="rId8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09EEAB5-5AA0-6CC8-E6C1-189D59673CEE}"/>
                  </a:ext>
                </a:extLst>
              </p:cNvPr>
              <p:cNvSpPr/>
              <p:nvPr/>
            </p:nvSpPr>
            <p:spPr>
              <a:xfrm>
                <a:off x="6268974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09EEAB5-5AA0-6CC8-E6C1-189D59673C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74" y="4266439"/>
                <a:ext cx="548640" cy="521208"/>
              </a:xfrm>
              <a:prstGeom prst="ellipse">
                <a:avLst/>
              </a:prstGeom>
              <a:blipFill>
                <a:blip r:embed="rId9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5C9E755-0378-21CB-678D-BE2D5209D6C1}"/>
                  </a:ext>
                </a:extLst>
              </p:cNvPr>
              <p:cNvSpPr/>
              <p:nvPr/>
            </p:nvSpPr>
            <p:spPr>
              <a:xfrm>
                <a:off x="7925562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5C9E755-0378-21CB-678D-BE2D5209D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562" y="4266439"/>
                <a:ext cx="548640" cy="521208"/>
              </a:xfrm>
              <a:prstGeom prst="ellipse">
                <a:avLst/>
              </a:prstGeom>
              <a:blipFill>
                <a:blip r:embed="rId10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DC4BE4D-76FD-BD03-A7F3-4FED062891FE}"/>
                  </a:ext>
                </a:extLst>
              </p:cNvPr>
              <p:cNvSpPr/>
              <p:nvPr/>
            </p:nvSpPr>
            <p:spPr>
              <a:xfrm>
                <a:off x="9582150" y="4266439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DC4BE4D-76FD-BD03-A7F3-4FED062891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50" y="4266439"/>
                <a:ext cx="548640" cy="521208"/>
              </a:xfrm>
              <a:prstGeom prst="ellipse">
                <a:avLst/>
              </a:prstGeom>
              <a:blipFill>
                <a:blip r:embed="rId11"/>
                <a:stretch>
                  <a:fillRect l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37791A-288F-2DC5-DA33-BC58921500AB}"/>
                  </a:ext>
                </a:extLst>
              </p:cNvPr>
              <p:cNvSpPr/>
              <p:nvPr/>
            </p:nvSpPr>
            <p:spPr>
              <a:xfrm>
                <a:off x="4612386" y="262966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37791A-288F-2DC5-DA33-BC58921500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86" y="2629661"/>
                <a:ext cx="548640" cy="52120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9365D49-DEEB-3825-BCC0-15F59020DE92}"/>
                  </a:ext>
                </a:extLst>
              </p:cNvPr>
              <p:cNvSpPr/>
              <p:nvPr/>
            </p:nvSpPr>
            <p:spPr>
              <a:xfrm>
                <a:off x="6268974" y="262966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9365D49-DEEB-3825-BCC0-15F59020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74" y="2629661"/>
                <a:ext cx="548640" cy="52120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7743F43-188F-0F65-0B28-EF434EF128C5}"/>
                  </a:ext>
                </a:extLst>
              </p:cNvPr>
              <p:cNvSpPr/>
              <p:nvPr/>
            </p:nvSpPr>
            <p:spPr>
              <a:xfrm>
                <a:off x="7925562" y="262966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7743F43-188F-0F65-0B28-EF434EF12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562" y="2629661"/>
                <a:ext cx="548640" cy="52120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A8FD1BF-3682-A2E5-73D6-62537234F151}"/>
                  </a:ext>
                </a:extLst>
              </p:cNvPr>
              <p:cNvSpPr/>
              <p:nvPr/>
            </p:nvSpPr>
            <p:spPr>
              <a:xfrm>
                <a:off x="9582150" y="2629661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A8FD1BF-3682-A2E5-73D6-62537234F1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50" y="2629661"/>
                <a:ext cx="548640" cy="52120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A2C4E83-DF09-C883-0E1E-5E2486F276E2}"/>
                  </a:ext>
                </a:extLst>
              </p:cNvPr>
              <p:cNvSpPr/>
              <p:nvPr/>
            </p:nvSpPr>
            <p:spPr>
              <a:xfrm>
                <a:off x="4612386" y="348005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A2C4E83-DF09-C883-0E1E-5E2486F27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86" y="3480055"/>
                <a:ext cx="548640" cy="52120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EB9CC7D-C1EC-16DE-AA97-3130283105B3}"/>
                  </a:ext>
                </a:extLst>
              </p:cNvPr>
              <p:cNvSpPr/>
              <p:nvPr/>
            </p:nvSpPr>
            <p:spPr>
              <a:xfrm>
                <a:off x="6268974" y="348005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EB9CC7D-C1EC-16DE-AA97-3130283105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974" y="3480055"/>
                <a:ext cx="548640" cy="52120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C11CDAF-8524-BAF3-442B-4EB470DF736D}"/>
                  </a:ext>
                </a:extLst>
              </p:cNvPr>
              <p:cNvSpPr/>
              <p:nvPr/>
            </p:nvSpPr>
            <p:spPr>
              <a:xfrm>
                <a:off x="7925562" y="348005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C11CDAF-8524-BAF3-442B-4EB470DF73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562" y="3480055"/>
                <a:ext cx="548640" cy="52120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4F0295B-1484-9B43-4D26-EE1FC92A509A}"/>
                  </a:ext>
                </a:extLst>
              </p:cNvPr>
              <p:cNvSpPr/>
              <p:nvPr/>
            </p:nvSpPr>
            <p:spPr>
              <a:xfrm>
                <a:off x="9582150" y="3480055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4F0295B-1484-9B43-4D26-EE1FC92A5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50" y="3480055"/>
                <a:ext cx="548640" cy="521208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89227D-234A-A53B-4AF9-AB36DACB9B0C}"/>
              </a:ext>
            </a:extLst>
          </p:cNvPr>
          <p:cNvCxnSpPr>
            <a:cxnSpLocks/>
          </p:cNvCxnSpPr>
          <p:nvPr/>
        </p:nvCxnSpPr>
        <p:spPr>
          <a:xfrm>
            <a:off x="3504438" y="2108454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EA32DD-E72C-32ED-61B7-D1B7EF655948}"/>
              </a:ext>
            </a:extLst>
          </p:cNvPr>
          <p:cNvCxnSpPr>
            <a:cxnSpLocks/>
          </p:cNvCxnSpPr>
          <p:nvPr/>
        </p:nvCxnSpPr>
        <p:spPr>
          <a:xfrm>
            <a:off x="5161026" y="2108454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129F40-328A-F65A-E587-866262EC352E}"/>
              </a:ext>
            </a:extLst>
          </p:cNvPr>
          <p:cNvCxnSpPr>
            <a:cxnSpLocks/>
          </p:cNvCxnSpPr>
          <p:nvPr/>
        </p:nvCxnSpPr>
        <p:spPr>
          <a:xfrm>
            <a:off x="6817614" y="213741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FE4732-E4ED-6A4C-3A69-EB1DD64EEBDD}"/>
              </a:ext>
            </a:extLst>
          </p:cNvPr>
          <p:cNvCxnSpPr>
            <a:cxnSpLocks/>
          </p:cNvCxnSpPr>
          <p:nvPr/>
        </p:nvCxnSpPr>
        <p:spPr>
          <a:xfrm>
            <a:off x="8474202" y="213741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6A69DF-C18E-45A4-C8BF-8A9653914A18}"/>
              </a:ext>
            </a:extLst>
          </p:cNvPr>
          <p:cNvCxnSpPr>
            <a:cxnSpLocks/>
          </p:cNvCxnSpPr>
          <p:nvPr/>
        </p:nvCxnSpPr>
        <p:spPr>
          <a:xfrm>
            <a:off x="3504438" y="452704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3B58CAD-9844-A9A6-5633-FCBCA7D83FF3}"/>
              </a:ext>
            </a:extLst>
          </p:cNvPr>
          <p:cNvCxnSpPr>
            <a:cxnSpLocks/>
          </p:cNvCxnSpPr>
          <p:nvPr/>
        </p:nvCxnSpPr>
        <p:spPr>
          <a:xfrm>
            <a:off x="5161026" y="4533140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C8EBEAA-C017-1EA4-211C-82943DCCE92D}"/>
              </a:ext>
            </a:extLst>
          </p:cNvPr>
          <p:cNvCxnSpPr>
            <a:cxnSpLocks/>
          </p:cNvCxnSpPr>
          <p:nvPr/>
        </p:nvCxnSpPr>
        <p:spPr>
          <a:xfrm>
            <a:off x="6817614" y="452704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CE6AF96-7E08-C3DA-8922-F9DE19F7831D}"/>
              </a:ext>
            </a:extLst>
          </p:cNvPr>
          <p:cNvCxnSpPr>
            <a:cxnSpLocks/>
          </p:cNvCxnSpPr>
          <p:nvPr/>
        </p:nvCxnSpPr>
        <p:spPr>
          <a:xfrm>
            <a:off x="8474202" y="4527043"/>
            <a:ext cx="110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EDBBB78-9C56-672A-7BEF-7561A053395D}"/>
              </a:ext>
            </a:extLst>
          </p:cNvPr>
          <p:cNvCxnSpPr>
            <a:cxnSpLocks/>
          </p:cNvCxnSpPr>
          <p:nvPr/>
        </p:nvCxnSpPr>
        <p:spPr>
          <a:xfrm flipV="1">
            <a:off x="3504438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80DE513-266C-36C8-BE3A-0F97F317787C}"/>
              </a:ext>
            </a:extLst>
          </p:cNvPr>
          <p:cNvCxnSpPr>
            <a:cxnSpLocks/>
          </p:cNvCxnSpPr>
          <p:nvPr/>
        </p:nvCxnSpPr>
        <p:spPr>
          <a:xfrm flipV="1">
            <a:off x="5161026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82D872B-E4F5-812A-2B2F-E14434400810}"/>
              </a:ext>
            </a:extLst>
          </p:cNvPr>
          <p:cNvCxnSpPr>
            <a:cxnSpLocks/>
          </p:cNvCxnSpPr>
          <p:nvPr/>
        </p:nvCxnSpPr>
        <p:spPr>
          <a:xfrm flipV="1">
            <a:off x="6817614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533FCC-B9EC-3D71-5C70-D52ED8E9F89E}"/>
              </a:ext>
            </a:extLst>
          </p:cNvPr>
          <p:cNvCxnSpPr>
            <a:cxnSpLocks/>
          </p:cNvCxnSpPr>
          <p:nvPr/>
        </p:nvCxnSpPr>
        <p:spPr>
          <a:xfrm flipV="1">
            <a:off x="8474202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2789357-7A59-A972-C3A4-E082A880070E}"/>
              </a:ext>
            </a:extLst>
          </p:cNvPr>
          <p:cNvCxnSpPr>
            <a:cxnSpLocks/>
          </p:cNvCxnSpPr>
          <p:nvPr/>
        </p:nvCxnSpPr>
        <p:spPr>
          <a:xfrm>
            <a:off x="3504438" y="2108454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B7E3DDD-C79A-10B5-465C-F02FD75517D5}"/>
              </a:ext>
            </a:extLst>
          </p:cNvPr>
          <p:cNvCxnSpPr>
            <a:cxnSpLocks/>
          </p:cNvCxnSpPr>
          <p:nvPr/>
        </p:nvCxnSpPr>
        <p:spPr>
          <a:xfrm>
            <a:off x="5166360" y="2120649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C709FD4-4797-1422-1FB0-881FF5B7751E}"/>
              </a:ext>
            </a:extLst>
          </p:cNvPr>
          <p:cNvCxnSpPr>
            <a:cxnSpLocks/>
          </p:cNvCxnSpPr>
          <p:nvPr/>
        </p:nvCxnSpPr>
        <p:spPr>
          <a:xfrm>
            <a:off x="6817614" y="2120649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5B3E11A-7BD0-D343-4CDD-0317100800E7}"/>
              </a:ext>
            </a:extLst>
          </p:cNvPr>
          <p:cNvCxnSpPr>
            <a:cxnSpLocks/>
          </p:cNvCxnSpPr>
          <p:nvPr/>
        </p:nvCxnSpPr>
        <p:spPr>
          <a:xfrm>
            <a:off x="8479536" y="2137410"/>
            <a:ext cx="1107948" cy="2418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1BCEB06-2A5F-B054-A668-61B09A723AB5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4886706" y="400126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95AACBC-6F28-1B52-919C-15A3ED995FAE}"/>
              </a:ext>
            </a:extLst>
          </p:cNvPr>
          <p:cNvCxnSpPr>
            <a:cxnSpLocks/>
          </p:cNvCxnSpPr>
          <p:nvPr/>
        </p:nvCxnSpPr>
        <p:spPr>
          <a:xfrm>
            <a:off x="6543294" y="4001264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C9EFE8-4D7E-6F24-30F6-3C7BD6F815B4}"/>
              </a:ext>
            </a:extLst>
          </p:cNvPr>
          <p:cNvCxnSpPr>
            <a:cxnSpLocks/>
          </p:cNvCxnSpPr>
          <p:nvPr/>
        </p:nvCxnSpPr>
        <p:spPr>
          <a:xfrm>
            <a:off x="8199882" y="400126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CF54BA6-1A31-D46D-87AC-ABE7184D7851}"/>
              </a:ext>
            </a:extLst>
          </p:cNvPr>
          <p:cNvCxnSpPr>
            <a:cxnSpLocks/>
          </p:cNvCxnSpPr>
          <p:nvPr/>
        </p:nvCxnSpPr>
        <p:spPr>
          <a:xfrm>
            <a:off x="9856470" y="4001263"/>
            <a:ext cx="0" cy="26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222BB40-81FB-882A-49D8-B36123355B82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4886706" y="236905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750AA15-93DA-0DF7-F341-36E6A6489AA3}"/>
              </a:ext>
            </a:extLst>
          </p:cNvPr>
          <p:cNvCxnSpPr>
            <a:cxnSpLocks/>
          </p:cNvCxnSpPr>
          <p:nvPr/>
        </p:nvCxnSpPr>
        <p:spPr>
          <a:xfrm flipV="1">
            <a:off x="6543294" y="236905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E3D9B72-AF5F-835F-6F1B-1B82303F20F7}"/>
              </a:ext>
            </a:extLst>
          </p:cNvPr>
          <p:cNvCxnSpPr>
            <a:cxnSpLocks/>
          </p:cNvCxnSpPr>
          <p:nvPr/>
        </p:nvCxnSpPr>
        <p:spPr>
          <a:xfrm flipV="1">
            <a:off x="8199882" y="236905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2AA694F-F1BB-4D90-65CA-93B68BCFAF7C}"/>
              </a:ext>
            </a:extLst>
          </p:cNvPr>
          <p:cNvCxnSpPr>
            <a:cxnSpLocks/>
          </p:cNvCxnSpPr>
          <p:nvPr/>
        </p:nvCxnSpPr>
        <p:spPr>
          <a:xfrm flipV="1">
            <a:off x="9870186" y="2369058"/>
            <a:ext cx="0" cy="260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9455CA6F-C187-49C4-58D7-68F9034A2E13}"/>
              </a:ext>
            </a:extLst>
          </p:cNvPr>
          <p:cNvCxnSpPr>
            <a:stCxn id="16" idx="6"/>
            <a:endCxn id="29" idx="6"/>
          </p:cNvCxnSpPr>
          <p:nvPr/>
        </p:nvCxnSpPr>
        <p:spPr>
          <a:xfrm>
            <a:off x="5161026" y="2890265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4B330650-6654-30E2-4380-92EB89942F2E}"/>
              </a:ext>
            </a:extLst>
          </p:cNvPr>
          <p:cNvCxnSpPr>
            <a:cxnSpLocks/>
          </p:cNvCxnSpPr>
          <p:nvPr/>
        </p:nvCxnSpPr>
        <p:spPr>
          <a:xfrm>
            <a:off x="6802247" y="2894078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556E82D7-6CC0-3632-B9E0-FA0438232A5C}"/>
              </a:ext>
            </a:extLst>
          </p:cNvPr>
          <p:cNvCxnSpPr>
            <a:cxnSpLocks/>
          </p:cNvCxnSpPr>
          <p:nvPr/>
        </p:nvCxnSpPr>
        <p:spPr>
          <a:xfrm>
            <a:off x="8467852" y="2948176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34490E70-F03C-11B6-9A90-6CA283E20687}"/>
              </a:ext>
            </a:extLst>
          </p:cNvPr>
          <p:cNvCxnSpPr>
            <a:cxnSpLocks/>
          </p:cNvCxnSpPr>
          <p:nvPr/>
        </p:nvCxnSpPr>
        <p:spPr>
          <a:xfrm>
            <a:off x="10124440" y="2931413"/>
            <a:ext cx="12700" cy="850394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7C1C5E6B-1164-DFFA-EC6A-E0E3DB08A3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55798" y="2108453"/>
            <a:ext cx="12700" cy="2418589"/>
          </a:xfrm>
          <a:prstGeom prst="curvedConnector3">
            <a:avLst>
              <a:gd name="adj1" fmla="val 3780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Arc 104">
            <a:extLst>
              <a:ext uri="{FF2B5EF4-FFF2-40B4-BE49-F238E27FC236}">
                <a16:creationId xmlns:a16="http://schemas.microsoft.com/office/drawing/2014/main" id="{B21E8B6A-0CC1-AB02-0A8B-9E0A391C21CA}"/>
              </a:ext>
            </a:extLst>
          </p:cNvPr>
          <p:cNvSpPr/>
          <p:nvPr/>
        </p:nvSpPr>
        <p:spPr>
          <a:xfrm rot="15698309">
            <a:off x="2892049" y="2285967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Arc 106">
            <a:extLst>
              <a:ext uri="{FF2B5EF4-FFF2-40B4-BE49-F238E27FC236}">
                <a16:creationId xmlns:a16="http://schemas.microsoft.com/office/drawing/2014/main" id="{ECD59044-8A44-D0E3-50BC-82B9069C0DAF}"/>
              </a:ext>
            </a:extLst>
          </p:cNvPr>
          <p:cNvSpPr/>
          <p:nvPr/>
        </p:nvSpPr>
        <p:spPr>
          <a:xfrm rot="16656549">
            <a:off x="4497753" y="3000750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Arc 114">
            <a:extLst>
              <a:ext uri="{FF2B5EF4-FFF2-40B4-BE49-F238E27FC236}">
                <a16:creationId xmlns:a16="http://schemas.microsoft.com/office/drawing/2014/main" id="{3A733428-2B43-5D13-BBEF-8D728E62633D}"/>
              </a:ext>
            </a:extLst>
          </p:cNvPr>
          <p:cNvSpPr/>
          <p:nvPr/>
        </p:nvSpPr>
        <p:spPr>
          <a:xfrm rot="16656549">
            <a:off x="6139990" y="300528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4DA66BEB-8F6C-4544-C9AF-021F9E6C095E}"/>
              </a:ext>
            </a:extLst>
          </p:cNvPr>
          <p:cNvSpPr/>
          <p:nvPr/>
        </p:nvSpPr>
        <p:spPr>
          <a:xfrm rot="16656549">
            <a:off x="7804579" y="3004179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Arc 116">
            <a:extLst>
              <a:ext uri="{FF2B5EF4-FFF2-40B4-BE49-F238E27FC236}">
                <a16:creationId xmlns:a16="http://schemas.microsoft.com/office/drawing/2014/main" id="{2F411DA2-39A5-18DE-1059-EFBC393E1276}"/>
              </a:ext>
            </a:extLst>
          </p:cNvPr>
          <p:cNvSpPr/>
          <p:nvPr/>
        </p:nvSpPr>
        <p:spPr>
          <a:xfrm rot="16656549">
            <a:off x="9464849" y="300805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Arc 117">
            <a:extLst>
              <a:ext uri="{FF2B5EF4-FFF2-40B4-BE49-F238E27FC236}">
                <a16:creationId xmlns:a16="http://schemas.microsoft.com/office/drawing/2014/main" id="{C4C210C2-ADA6-5D80-9DD6-6ED6EAB59CCC}"/>
              </a:ext>
            </a:extLst>
          </p:cNvPr>
          <p:cNvSpPr/>
          <p:nvPr/>
        </p:nvSpPr>
        <p:spPr>
          <a:xfrm rot="21412025">
            <a:off x="4497752" y="3412758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Arc 118">
            <a:extLst>
              <a:ext uri="{FF2B5EF4-FFF2-40B4-BE49-F238E27FC236}">
                <a16:creationId xmlns:a16="http://schemas.microsoft.com/office/drawing/2014/main" id="{56C60C8F-C117-8976-F316-3EF42B46A9E1}"/>
              </a:ext>
            </a:extLst>
          </p:cNvPr>
          <p:cNvSpPr/>
          <p:nvPr/>
        </p:nvSpPr>
        <p:spPr>
          <a:xfrm rot="21412025">
            <a:off x="6139989" y="3422195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Arc 119">
            <a:extLst>
              <a:ext uri="{FF2B5EF4-FFF2-40B4-BE49-F238E27FC236}">
                <a16:creationId xmlns:a16="http://schemas.microsoft.com/office/drawing/2014/main" id="{E0B42C61-3266-3065-7639-ABE6DAFE9B84}"/>
              </a:ext>
            </a:extLst>
          </p:cNvPr>
          <p:cNvSpPr/>
          <p:nvPr/>
        </p:nvSpPr>
        <p:spPr>
          <a:xfrm rot="21412025">
            <a:off x="7799923" y="3422194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Arc 120">
            <a:extLst>
              <a:ext uri="{FF2B5EF4-FFF2-40B4-BE49-F238E27FC236}">
                <a16:creationId xmlns:a16="http://schemas.microsoft.com/office/drawing/2014/main" id="{A7B04A32-19DA-7747-0D00-3BD43F7E47E5}"/>
              </a:ext>
            </a:extLst>
          </p:cNvPr>
          <p:cNvSpPr/>
          <p:nvPr/>
        </p:nvSpPr>
        <p:spPr>
          <a:xfrm rot="21412025">
            <a:off x="9460194" y="3415903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E0299B6-6FCF-6583-1C85-2C94607237E7}"/>
                  </a:ext>
                </a:extLst>
              </p:cNvPr>
              <p:cNvSpPr/>
              <p:nvPr/>
            </p:nvSpPr>
            <p:spPr>
              <a:xfrm>
                <a:off x="2949448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E0299B6-6FCF-6583-1C85-2C94607237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48" y="5418584"/>
                <a:ext cx="548640" cy="52120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3E0A4C7-B66F-1CFF-EE40-0917C2FAC28D}"/>
                  </a:ext>
                </a:extLst>
              </p:cNvPr>
              <p:cNvSpPr/>
              <p:nvPr/>
            </p:nvSpPr>
            <p:spPr>
              <a:xfrm>
                <a:off x="4606036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3E0A4C7-B66F-1CFF-EE40-0917C2FAC2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036" y="5418584"/>
                <a:ext cx="548640" cy="52120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4DA87D8-D5A1-6FDC-6805-2F1AC0F2C0A6}"/>
                  </a:ext>
                </a:extLst>
              </p:cNvPr>
              <p:cNvSpPr/>
              <p:nvPr/>
            </p:nvSpPr>
            <p:spPr>
              <a:xfrm>
                <a:off x="6262624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4DA87D8-D5A1-6FDC-6805-2F1AC0F2C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624" y="5418584"/>
                <a:ext cx="548640" cy="52120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C00BC13-944F-F69A-E8C4-D03626BACE13}"/>
                  </a:ext>
                </a:extLst>
              </p:cNvPr>
              <p:cNvSpPr/>
              <p:nvPr/>
            </p:nvSpPr>
            <p:spPr>
              <a:xfrm>
                <a:off x="7919212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C00BC13-944F-F69A-E8C4-D03626BACE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212" y="5418584"/>
                <a:ext cx="548640" cy="52120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ACAE22C-D486-6E8F-86C1-18D921DE437F}"/>
                  </a:ext>
                </a:extLst>
              </p:cNvPr>
              <p:cNvSpPr/>
              <p:nvPr/>
            </p:nvSpPr>
            <p:spPr>
              <a:xfrm>
                <a:off x="9575800" y="5418584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ACAE22C-D486-6E8F-86C1-18D921DE43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800" y="5418584"/>
                <a:ext cx="548640" cy="52120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812F4C2-BC74-9475-F1EA-378CAEFF713C}"/>
                  </a:ext>
                </a:extLst>
              </p:cNvPr>
              <p:cNvSpPr/>
              <p:nvPr/>
            </p:nvSpPr>
            <p:spPr>
              <a:xfrm>
                <a:off x="2949448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812F4C2-BC74-9475-F1EA-378CAEFF71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48" y="695706"/>
                <a:ext cx="548640" cy="52120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7463242-8AA0-DE55-D87D-98F816BC00E9}"/>
                  </a:ext>
                </a:extLst>
              </p:cNvPr>
              <p:cNvSpPr/>
              <p:nvPr/>
            </p:nvSpPr>
            <p:spPr>
              <a:xfrm>
                <a:off x="4606036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7463242-8AA0-DE55-D87D-98F816BC0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036" y="695706"/>
                <a:ext cx="548640" cy="52120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62136D1-C368-C60D-4BED-1D93FA58735C}"/>
                  </a:ext>
                </a:extLst>
              </p:cNvPr>
              <p:cNvSpPr/>
              <p:nvPr/>
            </p:nvSpPr>
            <p:spPr>
              <a:xfrm>
                <a:off x="6262624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62136D1-C368-C60D-4BED-1D93FA5873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624" y="695706"/>
                <a:ext cx="548640" cy="52120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7B28D9A2-3BB4-0E15-F1CC-BEB1CD1056EA}"/>
                  </a:ext>
                </a:extLst>
              </p:cNvPr>
              <p:cNvSpPr/>
              <p:nvPr/>
            </p:nvSpPr>
            <p:spPr>
              <a:xfrm>
                <a:off x="7919212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7B28D9A2-3BB4-0E15-F1CC-BEB1CD105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212" y="695706"/>
                <a:ext cx="548640" cy="52120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09FF615-08FC-1151-D60F-C44308BB3E50}"/>
                  </a:ext>
                </a:extLst>
              </p:cNvPr>
              <p:cNvSpPr/>
              <p:nvPr/>
            </p:nvSpPr>
            <p:spPr>
              <a:xfrm>
                <a:off x="9575800" y="695706"/>
                <a:ext cx="548640" cy="5212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09FF615-08FC-1151-D60F-C44308BB3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800" y="695706"/>
                <a:ext cx="548640" cy="52120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Arc 77">
            <a:extLst>
              <a:ext uri="{FF2B5EF4-FFF2-40B4-BE49-F238E27FC236}">
                <a16:creationId xmlns:a16="http://schemas.microsoft.com/office/drawing/2014/main" id="{2793B4D2-3C99-AB19-B722-71EFB352076F}"/>
              </a:ext>
            </a:extLst>
          </p:cNvPr>
          <p:cNvSpPr/>
          <p:nvPr/>
        </p:nvSpPr>
        <p:spPr>
          <a:xfrm rot="825287">
            <a:off x="2885699" y="4142615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B5B3BE9-4E1D-33C5-0650-CF2C6DE10BBB}"/>
              </a:ext>
            </a:extLst>
          </p:cNvPr>
          <p:cNvCxnSpPr>
            <a:cxnSpLocks/>
            <a:stCxn id="66" idx="2"/>
            <a:endCxn id="4" idx="0"/>
          </p:cNvCxnSpPr>
          <p:nvPr/>
        </p:nvCxnSpPr>
        <p:spPr>
          <a:xfrm>
            <a:off x="3223768" y="1216914"/>
            <a:ext cx="6350" cy="63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1097A93-7784-1B2E-4A53-84871E592B61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4880356" y="1216914"/>
            <a:ext cx="0" cy="623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EE67CD8-E622-575D-132D-660DBB607AB1}"/>
              </a:ext>
            </a:extLst>
          </p:cNvPr>
          <p:cNvCxnSpPr>
            <a:cxnSpLocks/>
            <a:stCxn id="72" idx="2"/>
          </p:cNvCxnSpPr>
          <p:nvPr/>
        </p:nvCxnSpPr>
        <p:spPr>
          <a:xfrm>
            <a:off x="6536944" y="1216914"/>
            <a:ext cx="6350" cy="63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996D56C-13C8-B84E-721A-B7DCF613FF49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8193532" y="1216914"/>
            <a:ext cx="12700" cy="63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E9DF9CE-406B-45B9-0508-969C7AE54FB1}"/>
              </a:ext>
            </a:extLst>
          </p:cNvPr>
          <p:cNvCxnSpPr>
            <a:cxnSpLocks/>
            <a:stCxn id="74" idx="2"/>
          </p:cNvCxnSpPr>
          <p:nvPr/>
        </p:nvCxnSpPr>
        <p:spPr>
          <a:xfrm>
            <a:off x="9850120" y="1216914"/>
            <a:ext cx="0" cy="623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2FC4A84-77D5-58A5-880B-4CE3A27A096E}"/>
              </a:ext>
            </a:extLst>
          </p:cNvPr>
          <p:cNvCxnSpPr>
            <a:cxnSpLocks/>
            <a:stCxn id="55" idx="0"/>
            <a:endCxn id="10" idx="4"/>
          </p:cNvCxnSpPr>
          <p:nvPr/>
        </p:nvCxnSpPr>
        <p:spPr>
          <a:xfrm flipV="1">
            <a:off x="3223768" y="4787647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C732A18-2A5B-75F9-4FED-B2D9FACBE91A}"/>
              </a:ext>
            </a:extLst>
          </p:cNvPr>
          <p:cNvCxnSpPr>
            <a:cxnSpLocks/>
          </p:cNvCxnSpPr>
          <p:nvPr/>
        </p:nvCxnSpPr>
        <p:spPr>
          <a:xfrm flipV="1">
            <a:off x="4870831" y="4787646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B5FCF2A-5A20-DA64-5204-B57DCE45E353}"/>
              </a:ext>
            </a:extLst>
          </p:cNvPr>
          <p:cNvCxnSpPr>
            <a:cxnSpLocks/>
          </p:cNvCxnSpPr>
          <p:nvPr/>
        </p:nvCxnSpPr>
        <p:spPr>
          <a:xfrm flipV="1">
            <a:off x="6540119" y="4787646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002E777-EEA7-8486-80CF-323336175D7B}"/>
              </a:ext>
            </a:extLst>
          </p:cNvPr>
          <p:cNvCxnSpPr>
            <a:cxnSpLocks/>
          </p:cNvCxnSpPr>
          <p:nvPr/>
        </p:nvCxnSpPr>
        <p:spPr>
          <a:xfrm flipV="1">
            <a:off x="8206232" y="4787646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91645C0-FB6F-CC2A-50B9-6A10E1E9BD85}"/>
              </a:ext>
            </a:extLst>
          </p:cNvPr>
          <p:cNvCxnSpPr>
            <a:cxnSpLocks/>
          </p:cNvCxnSpPr>
          <p:nvPr/>
        </p:nvCxnSpPr>
        <p:spPr>
          <a:xfrm flipV="1">
            <a:off x="9872345" y="4787646"/>
            <a:ext cx="6350" cy="63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4EFB3315-0D85-4CCB-48B3-2C710C5B604E}"/>
                  </a:ext>
                </a:extLst>
              </p:cNvPr>
              <p:cNvSpPr/>
              <p:nvPr/>
            </p:nvSpPr>
            <p:spPr>
              <a:xfrm>
                <a:off x="1299209" y="1847850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4EFB3315-0D85-4CCB-48B3-2C710C5B6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09" y="1847850"/>
                <a:ext cx="548640" cy="521208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9CB12EA-9B80-1521-0AA0-F90AB342FE7E}"/>
                  </a:ext>
                </a:extLst>
              </p:cNvPr>
              <p:cNvSpPr/>
              <p:nvPr/>
            </p:nvSpPr>
            <p:spPr>
              <a:xfrm>
                <a:off x="1299209" y="4266438"/>
                <a:ext cx="548640" cy="52120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9CB12EA-9B80-1521-0AA0-F90AB342FE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09" y="4266438"/>
                <a:ext cx="548640" cy="521208"/>
              </a:xfrm>
              <a:prstGeom prst="ellipse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9C4A4AB-0EA4-E7C0-5205-C3C9599FC1F5}"/>
              </a:ext>
            </a:extLst>
          </p:cNvPr>
          <p:cNvCxnSpPr>
            <a:cxnSpLocks/>
            <a:stCxn id="110" idx="6"/>
            <a:endCxn id="55" idx="0"/>
          </p:cNvCxnSpPr>
          <p:nvPr/>
        </p:nvCxnSpPr>
        <p:spPr>
          <a:xfrm>
            <a:off x="1847849" y="4527042"/>
            <a:ext cx="1375919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42C2F25-23BD-FDD9-AF96-046CC62F0E16}"/>
              </a:ext>
            </a:extLst>
          </p:cNvPr>
          <p:cNvCxnSpPr>
            <a:cxnSpLocks/>
            <a:stCxn id="110" idx="6"/>
            <a:endCxn id="56" idx="0"/>
          </p:cNvCxnSpPr>
          <p:nvPr/>
        </p:nvCxnSpPr>
        <p:spPr>
          <a:xfrm>
            <a:off x="1847849" y="4527042"/>
            <a:ext cx="3032507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9BAC232-A81A-C007-92F1-CDAA01C9072B}"/>
              </a:ext>
            </a:extLst>
          </p:cNvPr>
          <p:cNvCxnSpPr>
            <a:cxnSpLocks/>
            <a:stCxn id="110" idx="6"/>
            <a:endCxn id="57" idx="0"/>
          </p:cNvCxnSpPr>
          <p:nvPr/>
        </p:nvCxnSpPr>
        <p:spPr>
          <a:xfrm>
            <a:off x="1847849" y="4527042"/>
            <a:ext cx="4689095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0B4E4254-90CF-B2E6-24DA-30215B7F5A54}"/>
              </a:ext>
            </a:extLst>
          </p:cNvPr>
          <p:cNvCxnSpPr>
            <a:cxnSpLocks/>
            <a:stCxn id="110" idx="6"/>
            <a:endCxn id="60" idx="0"/>
          </p:cNvCxnSpPr>
          <p:nvPr/>
        </p:nvCxnSpPr>
        <p:spPr>
          <a:xfrm>
            <a:off x="1847849" y="4527042"/>
            <a:ext cx="6345683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CA4C49B-41AE-6A99-1DC4-806BBCA7A3CD}"/>
              </a:ext>
            </a:extLst>
          </p:cNvPr>
          <p:cNvCxnSpPr>
            <a:cxnSpLocks/>
            <a:stCxn id="110" idx="6"/>
            <a:endCxn id="61" idx="0"/>
          </p:cNvCxnSpPr>
          <p:nvPr/>
        </p:nvCxnSpPr>
        <p:spPr>
          <a:xfrm>
            <a:off x="1847849" y="4527042"/>
            <a:ext cx="8002271" cy="89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246A01F-D4DE-453B-50F2-1EE78D571EFE}"/>
              </a:ext>
            </a:extLst>
          </p:cNvPr>
          <p:cNvCxnSpPr>
            <a:cxnSpLocks/>
            <a:stCxn id="109" idx="6"/>
            <a:endCxn id="66" idx="2"/>
          </p:cNvCxnSpPr>
          <p:nvPr/>
        </p:nvCxnSpPr>
        <p:spPr>
          <a:xfrm flipV="1">
            <a:off x="1847849" y="1216914"/>
            <a:ext cx="1375919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E7DF3ECE-7241-2C3E-1751-3490D0DEBFFF}"/>
              </a:ext>
            </a:extLst>
          </p:cNvPr>
          <p:cNvCxnSpPr>
            <a:cxnSpLocks/>
            <a:stCxn id="109" idx="6"/>
            <a:endCxn id="67" idx="2"/>
          </p:cNvCxnSpPr>
          <p:nvPr/>
        </p:nvCxnSpPr>
        <p:spPr>
          <a:xfrm flipV="1">
            <a:off x="1847849" y="1216914"/>
            <a:ext cx="3032507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32A89C5-37C0-0C38-9C59-A79ECCE3AC1A}"/>
              </a:ext>
            </a:extLst>
          </p:cNvPr>
          <p:cNvCxnSpPr>
            <a:cxnSpLocks/>
            <a:stCxn id="109" idx="6"/>
            <a:endCxn id="72" idx="2"/>
          </p:cNvCxnSpPr>
          <p:nvPr/>
        </p:nvCxnSpPr>
        <p:spPr>
          <a:xfrm flipV="1">
            <a:off x="1847849" y="1216914"/>
            <a:ext cx="4689095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86DBF952-4017-8455-E180-293C9D7723A4}"/>
              </a:ext>
            </a:extLst>
          </p:cNvPr>
          <p:cNvCxnSpPr>
            <a:cxnSpLocks/>
            <a:stCxn id="109" idx="6"/>
            <a:endCxn id="73" idx="2"/>
          </p:cNvCxnSpPr>
          <p:nvPr/>
        </p:nvCxnSpPr>
        <p:spPr>
          <a:xfrm flipV="1">
            <a:off x="1847849" y="1216914"/>
            <a:ext cx="6345683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A288A29-D5F4-F276-872B-692597330083}"/>
              </a:ext>
            </a:extLst>
          </p:cNvPr>
          <p:cNvCxnSpPr>
            <a:cxnSpLocks/>
            <a:stCxn id="109" idx="6"/>
            <a:endCxn id="74" idx="2"/>
          </p:cNvCxnSpPr>
          <p:nvPr/>
        </p:nvCxnSpPr>
        <p:spPr>
          <a:xfrm flipV="1">
            <a:off x="1847849" y="1216914"/>
            <a:ext cx="8002271" cy="891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Connector: Curved 177">
            <a:extLst>
              <a:ext uri="{FF2B5EF4-FFF2-40B4-BE49-F238E27FC236}">
                <a16:creationId xmlns:a16="http://schemas.microsoft.com/office/drawing/2014/main" id="{26257424-6ADE-5D67-6822-68A0D3E5F058}"/>
              </a:ext>
            </a:extLst>
          </p:cNvPr>
          <p:cNvCxnSpPr>
            <a:cxnSpLocks/>
            <a:stCxn id="109" idx="2"/>
            <a:endCxn id="110" idx="2"/>
          </p:cNvCxnSpPr>
          <p:nvPr/>
        </p:nvCxnSpPr>
        <p:spPr>
          <a:xfrm rot="10800000" flipV="1">
            <a:off x="1299209" y="2108454"/>
            <a:ext cx="12700" cy="2418588"/>
          </a:xfrm>
          <a:prstGeom prst="curvedConnector3">
            <a:avLst>
              <a:gd name="adj1" fmla="val 5025000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2" name="Arc 181">
            <a:extLst>
              <a:ext uri="{FF2B5EF4-FFF2-40B4-BE49-F238E27FC236}">
                <a16:creationId xmlns:a16="http://schemas.microsoft.com/office/drawing/2014/main" id="{FD60F64B-D746-8414-2CA2-7DB30CF3E28D}"/>
              </a:ext>
            </a:extLst>
          </p:cNvPr>
          <p:cNvSpPr/>
          <p:nvPr/>
        </p:nvSpPr>
        <p:spPr>
          <a:xfrm rot="15698309">
            <a:off x="1206124" y="2286728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Arc 182">
            <a:extLst>
              <a:ext uri="{FF2B5EF4-FFF2-40B4-BE49-F238E27FC236}">
                <a16:creationId xmlns:a16="http://schemas.microsoft.com/office/drawing/2014/main" id="{6E703C6C-F68C-9A56-4A7F-797D5EF6B960}"/>
              </a:ext>
            </a:extLst>
          </p:cNvPr>
          <p:cNvSpPr/>
          <p:nvPr/>
        </p:nvSpPr>
        <p:spPr>
          <a:xfrm rot="825287">
            <a:off x="1209300" y="4142613"/>
            <a:ext cx="216567" cy="210217"/>
          </a:xfrm>
          <a:prstGeom prst="arc">
            <a:avLst>
              <a:gd name="adj1" fmla="val 3955479"/>
              <a:gd name="adj2" fmla="val 1074236"/>
            </a:avLst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75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74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18</cp:revision>
  <dcterms:created xsi:type="dcterms:W3CDTF">2026-04-24T13:09:45Z</dcterms:created>
  <dcterms:modified xsi:type="dcterms:W3CDTF">2026-05-12T11:38:05Z</dcterms:modified>
</cp:coreProperties>
</file>