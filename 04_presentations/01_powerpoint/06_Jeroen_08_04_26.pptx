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0" r:id="rId6"/>
    <p:sldId id="261" r:id="rId7"/>
    <p:sldId id="264" r:id="rId8"/>
    <p:sldId id="258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58E5-34F9-291D-0EF3-24747C5DD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ED9E6-B6C2-0C45-0B4E-A7BD60F8EA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0A857-1148-82F7-8490-E319F8D04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D604-5A06-4222-909A-95995939C49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B4277-C12C-53CD-D148-430C05177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671B3-587B-84DD-CCCA-62070802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4954-D757-424F-8001-C020E302B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312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03C4D-6898-E8EA-53F8-1EC39ACB4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3F9EE-9CD4-4F68-F149-2D3E40B17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C46C1-8589-3C7E-1624-12DBF91A2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D604-5A06-4222-909A-95995939C49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3A08D-A6FE-BED5-513C-DAC2A0182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D49FE-3DD6-6D96-6E16-C57D8AF4C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4954-D757-424F-8001-C020E302B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37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EDBFF-9C79-F322-CC08-F3080244C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6C226-5F73-2B5B-38DD-80771D590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7BF25-CC1C-8CCD-4789-FA0E04808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D604-5A06-4222-909A-95995939C49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6B66-3408-00A1-200C-AB88E0F43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88BE4-1E6D-55CF-BC5D-35603E285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4954-D757-424F-8001-C020E302B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663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46438-AC02-E078-52ED-C7521F15D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DEBF9-6B83-B635-E0B3-A659DF9BF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B2008C-A161-7492-9B84-E45CD9CFE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FA7421-7D84-07E6-7CFB-FCD537377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D604-5A06-4222-909A-95995939C49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BE6898-91DB-8738-AD0E-1726114DF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D8FA3-62F8-A1D7-7BED-6FDC9C721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4954-D757-424F-8001-C020E302B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29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BFB9A-32D0-230A-93BC-8A500C3B0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5BD74-7CA6-D1FE-D19C-54DF8C586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F1396-BB45-8EDB-7A1A-907E39753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F07E25-3D5B-AFE1-0929-C1E76C9CA9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BE7C83-BBF0-2EAC-C1F4-E6589C5D89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2B5365-6386-8344-A5F2-5CA3FA0B5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D604-5A06-4222-909A-95995939C49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AF4022-7E1D-6A57-41EA-D931200AD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37F090-0EE5-2440-AC4A-F9B52A401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4954-D757-424F-8001-C020E302B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6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C8A8E-A469-C3F8-A101-2464B44A5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9A71B7-F5FE-B589-911F-3B2F6A563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D604-5A06-4222-909A-95995939C49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5752C-CF36-3AEC-6A2C-7EC74957A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2ECD2-4827-6A45-2FCB-441F3E831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4954-D757-424F-8001-C020E302B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834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7B8155-3940-B971-FF0A-1710C43A1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D604-5A06-4222-909A-95995939C49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C7B67F-E070-406A-3227-CBEDC33C9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FDF48-E76D-ACAB-A1B1-18FDE56AF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4954-D757-424F-8001-C020E302B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888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5E1AA-E19F-6677-6B9D-AC247CAE0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9B205-DF2F-7CD3-F4E8-FE002EF83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88BD4C-D582-AE7F-7D00-E28CD8763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64035-5E4F-A736-9E5F-F4F9C8DD0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D604-5A06-4222-909A-95995939C49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4E617-3415-09E2-5334-8F65C9138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D31C2-F90C-E714-B5A2-495AED4C2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4954-D757-424F-8001-C020E302B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37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0E55D-77B5-D880-11DC-8411B3FA2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541DF4-D7AB-8ED6-9B36-1EB80D282B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67150-7304-494D-5345-7B5529E20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99120-9684-2BE7-339C-9C3C28295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D604-5A06-4222-909A-95995939C49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8B8373-E269-EBE7-0BA0-FB6DBF649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4C9D8C-5647-3EAC-189D-28578A89E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4954-D757-424F-8001-C020E302B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885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140FA-D6CF-700E-FBF1-EDA1D6B88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776B0A-255B-67D8-1788-54B6BC216B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352DF-143E-3493-1384-A2F71B5D9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D604-5A06-4222-909A-95995939C49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24322-E700-9ABD-0078-99273E91B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56810-CFAD-4C36-585D-C86DB4AF8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4954-D757-424F-8001-C020E302B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66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A3622C-87B1-012F-3EFA-B0ECD45BC1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803CD9-4824-686B-EB6A-D14EA10EB2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3C2AF-7379-3127-15F9-753C18728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D604-5A06-4222-909A-95995939C49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B8B39-FA44-BA98-03DE-B33BCCB11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1061C-050D-729C-4A5C-988B41B10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4954-D757-424F-8001-C020E302B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720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19A825-32D5-8BE9-C637-C53996C42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53E42-5F1A-5985-2800-062B22272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AD408-83D4-2AF1-3CD5-C0396ED732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42D604-5A06-4222-909A-95995939C49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F47CE-0007-3EE9-7D35-1766652575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FE747-7B20-9B88-D806-DA72C01B15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E54954-D757-424F-8001-C020E302B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063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A201-FEC0-66BA-6615-701CB6F56E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Meeting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9466E2-9053-7264-7D00-67D6C7CD8F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77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666E4-FC91-E3C4-2877-E1C0CAA63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195887-7A45-7FCD-B0EC-630EA622D1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2550" y="1690689"/>
            <a:ext cx="5253385" cy="35509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E8BD09-C7B7-7C98-62AF-83BBACDF7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174" y="1690688"/>
            <a:ext cx="5253387" cy="3550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130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F398-D5D5-0424-8E18-33DEA4C4A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results: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99E2A4-C983-5014-8D3B-E26B049578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8741" y="2491544"/>
            <a:ext cx="5322308" cy="3309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A35780-F308-709C-B351-DF2E1305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819" y="2491544"/>
            <a:ext cx="5242379" cy="36335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27BAE1-A22C-1F96-3A08-4F53DBA5CB1F}"/>
              </a:ext>
            </a:extLst>
          </p:cNvPr>
          <p:cNvSpPr txBox="1"/>
          <p:nvPr/>
        </p:nvSpPr>
        <p:spPr>
          <a:xfrm>
            <a:off x="922802" y="1476774"/>
            <a:ext cx="6757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Added burn-in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Changed CLPM specification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Fixed out-of-fold predictions</a:t>
            </a:r>
          </a:p>
        </p:txBody>
      </p:sp>
    </p:spTree>
    <p:extLst>
      <p:ext uri="{BB962C8B-B14F-4D97-AF65-F5344CB8AC3E}">
        <p14:creationId xmlns:p14="http://schemas.microsoft.com/office/powerpoint/2010/main" val="3193991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FCAC5-8C28-1403-A69A-3C032CC0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CLPM </a:t>
            </a:r>
            <a:r>
              <a:rPr lang="en-US" dirty="0" err="1"/>
              <a:t>s.e.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F32E04-EF06-080E-2FE6-2FA4CAB7C7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5483" y="1515835"/>
            <a:ext cx="5520517" cy="38263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80C6FF-BEB9-C241-B68A-5D354161E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40615"/>
            <a:ext cx="5753390" cy="398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749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70D8E-46A6-2CF7-92E9-440B3A022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CLPM vs BCA LM CLPM bias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02CEEA0-F907-183E-D4E4-77D964A707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876" y="1690688"/>
            <a:ext cx="5511041" cy="38375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0D253E-D531-C4E7-3A1E-39CA9905B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917" y="1782612"/>
            <a:ext cx="5806777" cy="338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381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8B2B3-8F08-0602-52BE-1E93EE985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DF2B6-B467-F08D-F315-8B8461B07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CLPM vs BCA LM CLPM </a:t>
            </a:r>
            <a:r>
              <a:rPr lang="en-US" dirty="0" err="1"/>
              <a:t>s.e.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1F16D8-4B61-19E5-999F-1150D203B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18" y="2068132"/>
            <a:ext cx="5731342" cy="30110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6E40D2-41D0-EA07-7A79-1A782CBF8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532" y="2068132"/>
            <a:ext cx="5731342" cy="299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266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F68111-6628-FCBC-BDA4-65729BCD9A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784" y="85377"/>
            <a:ext cx="4498720" cy="31181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C728F6-55C5-02A9-6A93-8373205E7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315" y="85377"/>
            <a:ext cx="4604084" cy="31911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D08652-D783-016E-115F-7C96EF11F0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936" y="3203488"/>
            <a:ext cx="4782474" cy="33147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FFB751-96CF-A5D7-2695-BC150B1358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9508" y="3276515"/>
            <a:ext cx="4782473" cy="331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426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99121-B034-B613-40B0-AE64936E0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burn-in for RI-CLPM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3B0A32-4B26-15F2-D960-605C2E07C9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7823138" cy="4969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04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88813-3034-3734-425B-24F77F902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RI-CLPM sample sizes (bi 50 vs 20)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65DE8A-00CA-25B1-A10B-F66313116A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25452"/>
            <a:ext cx="5071889" cy="31371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C81E7A-D362-C69F-4794-40B399A01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267" y="2125452"/>
            <a:ext cx="5197790" cy="318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729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48</Words>
  <Application>Microsoft Office PowerPoint</Application>
  <PresentationFormat>Widescreen</PresentationFormat>
  <Paragraphs>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Meeting</vt:lpstr>
      <vt:lpstr>Previous results</vt:lpstr>
      <vt:lpstr>New results:</vt:lpstr>
      <vt:lpstr>CLPM s.e.</vt:lpstr>
      <vt:lpstr>CLPM vs BCA LM CLPM bias</vt:lpstr>
      <vt:lpstr>CLPM vs BCA LM CLPM s.e.</vt:lpstr>
      <vt:lpstr>PowerPoint Presentation</vt:lpstr>
      <vt:lpstr>Effect of burn-in for RI-CLPM</vt:lpstr>
      <vt:lpstr>RI-CLPM sample sizes (bi 50 vs 20)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Holten, E.D. van (Mano)</dc:creator>
  <cp:lastModifiedBy>Holten, E.D. van (Mano)</cp:lastModifiedBy>
  <cp:revision>7</cp:revision>
  <dcterms:created xsi:type="dcterms:W3CDTF">2026-03-27T13:37:16Z</dcterms:created>
  <dcterms:modified xsi:type="dcterms:W3CDTF">2026-04-08T07:39:27Z</dcterms:modified>
</cp:coreProperties>
</file>