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58E5-34F9-291D-0EF3-24747C5DD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ED9E6-B6C2-0C45-0B4E-A7BD60F8E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0A857-1148-82F7-8490-E319F8D04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B4277-C12C-53CD-D148-430C05177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671B3-587B-84DD-CCCA-62070802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1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3C4D-6898-E8EA-53F8-1EC39ACB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3F9EE-9CD4-4F68-F149-2D3E40B17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C46C1-8589-3C7E-1624-12DBF91A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3A08D-A6FE-BED5-513C-DAC2A0182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D49FE-3DD6-6D96-6E16-C57D8AF4C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3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DBFF-9C79-F322-CC08-F3080244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96C226-5F73-2B5B-38DD-80771D590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7BF25-CC1C-8CCD-4789-FA0E04808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6B66-3408-00A1-200C-AB88E0F4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88BE4-1E6D-55CF-BC5D-35603E285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6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6438-AC02-E078-52ED-C7521F15D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DEBF9-6B83-B635-E0B3-A659DF9BF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2008C-A161-7492-9B84-E45CD9CFE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A7421-7D84-07E6-7CFB-FCD537377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E6898-91DB-8738-AD0E-1726114DF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D8FA3-62F8-A1D7-7BED-6FDC9C721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9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BFB9A-32D0-230A-93BC-8A500C3B0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5BD74-7CA6-D1FE-D19C-54DF8C586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F1396-BB45-8EDB-7A1A-907E39753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F07E25-3D5B-AFE1-0929-C1E76C9CA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E7C83-BBF0-2EAC-C1F4-E6589C5D8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2B5365-6386-8344-A5F2-5CA3FA0B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AF4022-7E1D-6A57-41EA-D931200AD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7F090-0EE5-2440-AC4A-F9B52A401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6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C8A8E-A469-C3F8-A101-2464B44A5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9A71B7-F5FE-B589-911F-3B2F6A563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5752C-CF36-3AEC-6A2C-7EC74957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2ECD2-4827-6A45-2FCB-441F3E83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3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7B8155-3940-B971-FF0A-1710C43A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C7B67F-E070-406A-3227-CBEDC33C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FDF48-E76D-ACAB-A1B1-18FDE56AF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88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5E1AA-E19F-6677-6B9D-AC247CAE0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9B205-DF2F-7CD3-F4E8-FE002EF83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8BD4C-D582-AE7F-7D00-E28CD8763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64035-5E4F-A736-9E5F-F4F9C8DD0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4E617-3415-09E2-5334-8F65C913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D31C2-F90C-E714-B5A2-495AED4C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37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0E55D-77B5-D880-11DC-8411B3FA2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41DF4-D7AB-8ED6-9B36-1EB80D282B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67150-7304-494D-5345-7B5529E2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99120-9684-2BE7-339C-9C3C2829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B8373-E269-EBE7-0BA0-FB6DBF649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C9D8C-5647-3EAC-189D-28578A89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8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40FA-D6CF-700E-FBF1-EDA1D6B8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76B0A-255B-67D8-1788-54B6BC216B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352DF-143E-3493-1384-A2F71B5D9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24322-E700-9ABD-0078-99273E91B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56810-CFAD-4C36-585D-C86DB4AF8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6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A3622C-87B1-012F-3EFA-B0ECD45BC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03CD9-4824-686B-EB6A-D14EA10EB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3C2AF-7379-3127-15F9-753C18728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2D604-5A06-4222-909A-95995939C49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B8B39-FA44-BA98-03DE-B33BCCB11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1061C-050D-729C-4A5C-988B41B1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2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19A825-32D5-8BE9-C637-C53996C42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53E42-5F1A-5985-2800-062B22272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AD408-83D4-2AF1-3CD5-C0396ED73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42D604-5A06-4222-909A-95995939C49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F47CE-0007-3EE9-7D35-176665257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FE747-7B20-9B88-D806-DA72C01B15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54954-D757-424F-8001-C020E302B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63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A201-FEC0-66BA-6615-701CB6F56E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466E2-9053-7264-7D00-67D6C7CD8F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7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66E4-FC91-E3C4-2877-E1C0CAA6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weeks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195887-7A45-7FCD-B0EC-630EA622D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550" y="1690689"/>
            <a:ext cx="5253385" cy="3550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E8BD09-C7B7-7C98-62AF-83BBACDF7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174" y="1690688"/>
            <a:ext cx="5253387" cy="355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30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Meeting</vt:lpstr>
      <vt:lpstr>Last weeks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1</cp:revision>
  <dcterms:created xsi:type="dcterms:W3CDTF">2026-03-27T13:37:16Z</dcterms:created>
  <dcterms:modified xsi:type="dcterms:W3CDTF">2026-03-27T14:15:30Z</dcterms:modified>
</cp:coreProperties>
</file>