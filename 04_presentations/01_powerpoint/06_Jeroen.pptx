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858E5-34F9-291D-0EF3-24747C5DDC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AED9E6-B6C2-0C45-0B4E-A7BD60F8EA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A0A857-1148-82F7-8490-E319F8D04A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42D604-5A06-4222-909A-95995939C497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B4277-C12C-53CD-D148-430C051772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1671B3-587B-84DD-CCCA-620708021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54954-D757-424F-8001-C020E302B0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03127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E03C4D-6898-E8EA-53F8-1EC39ACB4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63F9EE-9CD4-4F68-F149-2D3E40B179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8C46C1-8589-3C7E-1624-12DBF91A2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42D604-5A06-4222-909A-95995939C497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F3A08D-A6FE-BED5-513C-DAC2A01829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BD49FE-3DD6-6D96-6E16-C57D8AF4C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54954-D757-424F-8001-C020E302B0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19370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EDBFF-9C79-F322-CC08-F3080244C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96C226-5F73-2B5B-38DD-80771D590A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7BF25-CC1C-8CCD-4789-FA0E04808E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42D604-5A06-4222-909A-95995939C497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DF6B66-3408-00A1-200C-AB88E0F435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888BE4-1E6D-55CF-BC5D-35603E2857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54954-D757-424F-8001-C020E302B0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6634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46438-AC02-E078-52ED-C7521F15D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2DEBF9-6B83-B635-E0B3-A659DF9BF4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B2008C-A161-7492-9B84-E45CD9CFE6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FA7421-7D84-07E6-7CFB-FCD537377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42D604-5A06-4222-909A-95995939C497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BE6898-91DB-8738-AD0E-1726114DF9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3D8FA3-62F8-A1D7-7BED-6FDC9C7211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54954-D757-424F-8001-C020E302B0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88296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BFB9A-32D0-230A-93BC-8A500C3B0E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D5BD74-7CA6-D1FE-D19C-54DF8C5869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4F1396-BB45-8EDB-7A1A-907E397536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6F07E25-3D5B-AFE1-0929-C1E76C9CA9B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EBE7C83-BBF0-2EAC-C1F4-E6589C5D89E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E2B5365-6386-8344-A5F2-5CA3FA0B55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42D604-5A06-4222-909A-95995939C497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1AF4022-7E1D-6A57-41EA-D931200ADE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37F090-0EE5-2440-AC4A-F9B52A401D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54954-D757-424F-8001-C020E302B0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2763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CC8A8E-A469-C3F8-A101-2464B44A54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69A71B7-F5FE-B589-911F-3B2F6A5631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42D604-5A06-4222-909A-95995939C497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3B5752C-CF36-3AEC-6A2C-7EC74957A3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F2ECD2-4827-6A45-2FCB-441F3E831B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54954-D757-424F-8001-C020E302B0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8347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07B8155-3940-B971-FF0A-1710C43A17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42D604-5A06-4222-909A-95995939C497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C7B67F-E070-406A-3227-CBEDC33C90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5FDF48-E76D-ACAB-A1B1-18FDE56AFF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54954-D757-424F-8001-C020E302B0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88887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55E1AA-E19F-6677-6B9D-AC247CAE0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79B205-DF2F-7CD3-F4E8-FE002EF839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88BD4C-D582-AE7F-7D00-E28CD8763D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A364035-5E4F-A736-9E5F-F4F9C8DD0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42D604-5A06-4222-909A-95995939C497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F4E617-3415-09E2-5334-8F65C9138E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4D31C2-F90C-E714-B5A2-495AED4C2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54954-D757-424F-8001-C020E302B0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537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0E55D-77B5-D880-11DC-8411B3FA2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4541DF4-D7AB-8ED6-9B36-1EB80D282B9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F67150-7304-494D-5345-7B5529E208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099120-9684-2BE7-339C-9C3C282953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42D604-5A06-4222-909A-95995939C497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8B8373-E269-EBE7-0BA0-FB6DBF6498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4C9D8C-5647-3EAC-189D-28578A89E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54954-D757-424F-8001-C020E302B0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8856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4140FA-D6CF-700E-FBF1-EDA1D6B88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776B0A-255B-67D8-1788-54B6BC216B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7352DF-143E-3493-1384-A2F71B5D97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42D604-5A06-4222-909A-95995939C497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F24322-E700-9ABD-0078-99273E91B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456810-CFAD-4C36-585D-C86DB4AF8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54954-D757-424F-8001-C020E302B0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25669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A3622C-87B1-012F-3EFA-B0ECD45BC1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803CD9-4824-686B-EB6A-D14EA10EB2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F3C2AF-7379-3127-15F9-753C187286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42D604-5A06-4222-909A-95995939C497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1B8B39-FA44-BA98-03DE-B33BCCB111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21061C-050D-729C-4A5C-988B41B10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54954-D757-424F-8001-C020E302B0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7206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A19A825-32D5-8BE9-C637-C53996C42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453E42-5F1A-5985-2800-062B222723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AAD408-83D4-2AF1-3CD5-C0396ED732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642D604-5A06-4222-909A-95995939C497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9F47CE-0007-3EE9-7D35-1766652575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4FE747-7B20-9B88-D806-DA72C01B15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E54954-D757-424F-8001-C020E302B0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0631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AA201-FEC0-66BA-6615-701CB6F56EE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Meeting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9466E2-9053-7264-7D00-67D6C7CD8F8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7773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8666E4-FC91-E3C4-2877-E1C0CAA63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Last weeks results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C195887-7A45-7FCD-B0EC-630EA622D1D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2550" y="1690689"/>
            <a:ext cx="5253385" cy="35509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CE8BD09-C7B7-7C98-62AF-83BBACDF71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8174" y="1690688"/>
            <a:ext cx="5253387" cy="3550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51304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D99121-B034-B613-40B0-AE64936E05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Effect </a:t>
            </a:r>
            <a:r>
              <a:rPr lang="en-US"/>
              <a:t>of burn-in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D3B0A32-4B26-15F2-D960-605C2E07C9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7823138" cy="4969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81049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7</Words>
  <Application>Microsoft Office PowerPoint</Application>
  <PresentationFormat>Widescreen</PresentationFormat>
  <Paragraphs>3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Meeting</vt:lpstr>
      <vt:lpstr>Last weeks results</vt:lpstr>
      <vt:lpstr>Effect of burn-in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Holten, E.D. van (Mano)</dc:creator>
  <cp:lastModifiedBy>Holten, E.D. van (Mano)</cp:lastModifiedBy>
  <cp:revision>2</cp:revision>
  <dcterms:created xsi:type="dcterms:W3CDTF">2026-03-27T13:37:16Z</dcterms:created>
  <dcterms:modified xsi:type="dcterms:W3CDTF">2026-03-31T07:41:00Z</dcterms:modified>
</cp:coreProperties>
</file>