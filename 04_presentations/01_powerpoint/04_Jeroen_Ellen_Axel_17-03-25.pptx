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1" r:id="rId4"/>
    <p:sldId id="259" r:id="rId5"/>
    <p:sldId id="260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0F7A9-A714-772C-64AF-8852D1436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810AEE-0707-098B-20EF-25F7217CA9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BA1FBA-3285-B640-EEA4-61FBC4E37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AC8F6-0505-4D92-EF46-844942053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075D94-CF85-3380-6047-ABB0E8E0B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11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6ACB3A-9A2D-45EE-FF0D-4D56A66321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D35F3-C560-1F07-D864-DBD66BA9B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E259D-7F8C-A2C9-4172-FD5094B27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3C5E3-AF06-6988-4D26-6D10F4A17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311A58-0D28-4C1F-914F-B320AA3A9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5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58D5-ACD8-9FD1-9233-35FDFA109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A4042-D8B2-11F8-9682-B61827E638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FB5CE-E582-8209-7495-D04B07440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3397D8-E365-C857-A255-BF126DEF2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1EAAEA-4053-2936-7E8B-04A12C297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6327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21D7A-48C0-0A2C-583E-BB85930B0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E4097-F944-8329-C0CB-4F5FE21DF58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703995-45FD-08AE-02F6-84EA0C6DA3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8CF5EC-4B7C-5B3D-FEE5-59EA10110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DDE4A6-1C09-9C04-902C-51DF12CF7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D80480-0C01-0DC2-B57E-858DCF85D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690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BF3B-E4A2-1271-40FF-C91F421AB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CAE8A4-9C64-8880-9768-02A4A9166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9E2BE7-59BA-2F94-038B-6B5F6A811A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89E3269-8763-7C95-E714-AAAD9D282F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E04BA0-7663-FF23-5EEC-258D0F2540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3B379F-C648-DE0F-6A03-A9E8DB29B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A4D01-32F6-4B3C-AAF1-BB4D4BBB1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DCD52-6E2A-749F-DCD0-E41160D50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844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516F2-F6D0-500F-665A-F28F84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96378B-35AE-F764-C391-6EFFF984E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9CF7FD-B403-936C-6F46-70578B158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553565-CAF4-3B2B-AA01-B03CE8B55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9507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ED56E-92FC-C550-28B7-DC307CD59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3FF7C8F-9F03-A282-8227-F7368A78B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9FADF8-6834-606D-0A77-A8D5A1804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724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33404-7A61-EFCC-71FE-28126B1CC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32CA2-D1D4-1272-D905-DA29303893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033BEB-FDF8-9887-A913-824B533A57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20579-F630-8969-A8F8-5B97BD07E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931B9F8-8354-A358-C1A6-D2207C1F6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39FC1E-C6B4-A656-B076-BFE05A0C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272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2950D-91F9-2F80-F2CC-CD03B6E7F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6F65DFB-D217-6DF9-6012-FA1F8C403F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3DC384-6074-7648-D6C0-FB97B6D23D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6CE824-7FBC-2420-0138-A93D51D47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A93BA2-A071-1A9C-C989-90EC79344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D05AE6-7A0A-9E2B-2CA7-C75C2EE83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0864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A32F2-E8CD-AC32-E184-6783186E7B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9863EC-866E-DD6A-AF36-7C5764E2C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165EC-FF04-D3ED-D9D2-052F665CA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2907F-5548-9AB8-79EC-6C5FA2859F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AED9F-0087-75BB-E6DD-8B5336C41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6230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4CF2AC-44A6-7978-8275-A3B995568E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CD5968-78E9-3FAD-C7A1-832ECA760F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0FA76-EF93-CDC8-491D-4AF729D20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725A5-6DFF-9F62-4B79-0736C5B1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3C2E3E-7C4F-89E6-311D-37B9DF63C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8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552DFC5-A9CD-5D3F-D573-3B4254940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0FC1DC-A56B-4B75-2168-F5077B1DBE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C5690D-705D-DF64-69A9-D79299A334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1C5790-ED67-4BB7-8607-EA1DCC2EAB8A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8652D-87E0-CC1E-E73A-749B8AB3F2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1A934-1070-1A25-889A-854D381D9E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585B91-0448-426F-923A-F49D3069A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685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7D2EEB-5CD1-9AAC-8512-56A598809F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Thesis Meeting 17/3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E6D032-C6B4-200B-236F-55A718E0E5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Mano</a:t>
            </a:r>
          </a:p>
        </p:txBody>
      </p:sp>
    </p:spTree>
    <p:extLst>
      <p:ext uri="{BB962C8B-B14F-4D97-AF65-F5344CB8AC3E}">
        <p14:creationId xmlns:p14="http://schemas.microsoft.com/office/powerpoint/2010/main" val="2084364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61809C-458A-D037-BD3E-7D073C112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Problem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881407-EB92-7EA5-8377-42BCCABA5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16200000">
            <a:off x="5383296" y="1221223"/>
            <a:ext cx="5568739" cy="441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70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81CF8-1999-00C2-D4EA-85BE3CB73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59ED1-63FE-C394-96D6-0639FD128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control in the model.</a:t>
            </a:r>
          </a:p>
          <a:p>
            <a:pPr lvl="1"/>
            <a:r>
              <a:rPr lang="en-US" dirty="0"/>
              <a:t>Outcome model.</a:t>
            </a:r>
          </a:p>
          <a:p>
            <a:pPr lvl="1"/>
            <a:r>
              <a:rPr lang="en-US" dirty="0"/>
              <a:t>Treatment model.</a:t>
            </a:r>
          </a:p>
          <a:p>
            <a:r>
              <a:rPr lang="en-US" dirty="0"/>
              <a:t>Control using latent variables.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Instrumental variables.  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D2237B5-1A3E-7E5C-7259-B5FCBD7C67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5686734" y="974310"/>
            <a:ext cx="6044497" cy="4909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831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6581F-1DB7-6DC4-CDF4-B764C728B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A41B5-D687-753C-21D6-AD3452493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C8410A-CF6B-A7C9-79F2-1F3BA99602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We do not observe one or more baseline confounders.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time-invariant confounder has a varying effect.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effect of the confounder is not linear.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The confounder is not normally distributed.</a:t>
            </a:r>
          </a:p>
        </p:txBody>
      </p:sp>
    </p:spTree>
    <p:extLst>
      <p:ext uri="{BB962C8B-B14F-4D97-AF65-F5344CB8AC3E}">
        <p14:creationId xmlns:p14="http://schemas.microsoft.com/office/powerpoint/2010/main" val="23750060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899751-4890-88BC-A913-5D6217286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do we have an issue?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5E815C-395B-C227-4922-4A646AF744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69086373"/>
              </p:ext>
            </p:extLst>
          </p:nvPr>
        </p:nvGraphicFramePr>
        <p:xfrm>
          <a:off x="838200" y="1825625"/>
          <a:ext cx="10515596" cy="32004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2628899">
                  <a:extLst>
                    <a:ext uri="{9D8B030D-6E8A-4147-A177-3AD203B41FA5}">
                      <a16:colId xmlns:a16="http://schemas.microsoft.com/office/drawing/2014/main" val="239828387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1043960858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3559857575"/>
                    </a:ext>
                  </a:extLst>
                </a:gridCol>
                <a:gridCol w="2628899">
                  <a:extLst>
                    <a:ext uri="{9D8B030D-6E8A-4147-A177-3AD203B41FA5}">
                      <a16:colId xmlns:a16="http://schemas.microsoft.com/office/drawing/2014/main" val="345854522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Latent variable approaches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Linear adjustment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Flexible adjustment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8965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Unobserved confounders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8291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Varying effects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Well…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6022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Non-linear effects</a:t>
                      </a:r>
                    </a:p>
                    <a:p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750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Non-normality</a:t>
                      </a:r>
                    </a:p>
                    <a:p>
                      <a:endParaRPr lang="en-US" dirty="0">
                        <a:solidFill>
                          <a:schemeClr val="bg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Probably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Probably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2">
                              <a:lumMod val="50000"/>
                            </a:schemeClr>
                          </a:solidFill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91767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3829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127C34-4370-52AB-139C-6C2557FB5BC2}"/>
              </a:ext>
            </a:extLst>
          </p:cNvPr>
          <p:cNvSpPr/>
          <p:nvPr/>
        </p:nvSpPr>
        <p:spPr>
          <a:xfrm>
            <a:off x="2310580" y="1710812"/>
            <a:ext cx="1877961" cy="10028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Generation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BEE035-4735-D098-DAF6-868E705BBB48}"/>
              </a:ext>
            </a:extLst>
          </p:cNvPr>
          <p:cNvSpPr/>
          <p:nvPr/>
        </p:nvSpPr>
        <p:spPr>
          <a:xfrm>
            <a:off x="5098025" y="1710811"/>
            <a:ext cx="1877961" cy="10028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BCA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D36CEA-E3A5-7072-69A8-05D32B2571CC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4188541" y="2212257"/>
            <a:ext cx="9094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C024090-0A72-CD25-5D3E-29E7F45C19B8}"/>
              </a:ext>
            </a:extLst>
          </p:cNvPr>
          <p:cNvSpPr/>
          <p:nvPr/>
        </p:nvSpPr>
        <p:spPr>
          <a:xfrm>
            <a:off x="7885470" y="1710811"/>
            <a:ext cx="1877961" cy="100289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SEM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8EE564-9CB3-3246-798B-A5E7BDAC35E4}"/>
              </a:ext>
            </a:extLst>
          </p:cNvPr>
          <p:cNvCxnSpPr>
            <a:cxnSpLocks/>
          </p:cNvCxnSpPr>
          <p:nvPr/>
        </p:nvCxnSpPr>
        <p:spPr>
          <a:xfrm flipV="1">
            <a:off x="6975986" y="2212255"/>
            <a:ext cx="909484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C716E60-0CF3-83E6-0D53-B1793771D999}"/>
              </a:ext>
            </a:extLst>
          </p:cNvPr>
          <p:cNvSpPr/>
          <p:nvPr/>
        </p:nvSpPr>
        <p:spPr>
          <a:xfrm>
            <a:off x="2310578" y="2875935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Confounder effects at t=1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12B6DF75-F8CF-9926-DE55-995415A7B424}"/>
              </a:ext>
            </a:extLst>
          </p:cNvPr>
          <p:cNvSpPr/>
          <p:nvPr/>
        </p:nvSpPr>
        <p:spPr>
          <a:xfrm>
            <a:off x="2310578" y="3934132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Confounder effects at t&gt;1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A714D1D-6E5F-9A30-5F7A-99970E031BF5}"/>
              </a:ext>
            </a:extLst>
          </p:cNvPr>
          <p:cNvSpPr/>
          <p:nvPr/>
        </p:nvSpPr>
        <p:spPr>
          <a:xfrm>
            <a:off x="2310578" y="4992329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Variance calculations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240D39A-EF4C-108C-7C90-8DEE368412B4}"/>
              </a:ext>
            </a:extLst>
          </p:cNvPr>
          <p:cNvSpPr/>
          <p:nvPr/>
        </p:nvSpPr>
        <p:spPr>
          <a:xfrm>
            <a:off x="5098025" y="2875935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Methods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9B067A8-9037-1B47-4611-EAB8D146C322}"/>
              </a:ext>
            </a:extLst>
          </p:cNvPr>
          <p:cNvSpPr/>
          <p:nvPr/>
        </p:nvSpPr>
        <p:spPr>
          <a:xfrm>
            <a:off x="5098025" y="3934132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Bootstrapping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12660EEE-5E94-E8A4-F9FD-0DFF6D6538C6}"/>
              </a:ext>
            </a:extLst>
          </p:cNvPr>
          <p:cNvSpPr/>
          <p:nvPr/>
        </p:nvSpPr>
        <p:spPr>
          <a:xfrm>
            <a:off x="7885470" y="2875935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Freed Factor loadings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E400B8B-DF09-B31D-4318-04724B8B666D}"/>
              </a:ext>
            </a:extLst>
          </p:cNvPr>
          <p:cNvSpPr/>
          <p:nvPr/>
        </p:nvSpPr>
        <p:spPr>
          <a:xfrm>
            <a:off x="7919887" y="3934132"/>
            <a:ext cx="1307691" cy="825910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BCA + Latent Vars 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9D5315C8-666C-1102-DC33-F2158DA6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26204713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125</Words>
  <Application>Microsoft Office PowerPoint</Application>
  <PresentationFormat>Widescreen</PresentationFormat>
  <Paragraphs>47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Thesis Meeting 17/3</vt:lpstr>
      <vt:lpstr>Problem</vt:lpstr>
      <vt:lpstr>Solutions</vt:lpstr>
      <vt:lpstr>Problems</vt:lpstr>
      <vt:lpstr>When do we have an issue?</vt:lpstr>
      <vt:lpstr>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Holten, E.D. van (Mano)</dc:creator>
  <cp:lastModifiedBy>Holten, E.D. van (Mano)</cp:lastModifiedBy>
  <cp:revision>2</cp:revision>
  <dcterms:created xsi:type="dcterms:W3CDTF">2026-03-17T12:11:04Z</dcterms:created>
  <dcterms:modified xsi:type="dcterms:W3CDTF">2026-03-17T13:27:58Z</dcterms:modified>
</cp:coreProperties>
</file>